
<file path=[Content_Types].xml><?xml version="1.0" encoding="utf-8"?>
<Types xmlns="http://schemas.openxmlformats.org/package/2006/content-types">
  <Default Extension="png" ContentType="image/png"/>
  <Default Extension="jpeg" ContentType="image/jpeg"/>
  <Default Extension="JPG" ContentType="image/.jp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8" r:id="rId3"/>
    <p:sldId id="259" r:id="rId4"/>
    <p:sldId id="260" r:id="rId5"/>
    <p:sldId id="261" r:id="rId6"/>
    <p:sldId id="262" r:id="rId7"/>
    <p:sldId id="263" r:id="rId8"/>
    <p:sldId id="264" r:id="rId9"/>
    <p:sldId id="265" r:id="rId10"/>
    <p:sldId id="266" r:id="rId11"/>
    <p:sldId id="267" r:id="rId12"/>
    <p:sldId id="299" r:id="rId13"/>
  </p:sldIdLst>
  <p:sldSz cx="12192000" cy="68580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45" name=""/>
        <p:cNvGrpSpPr/>
        <p:nvPr/>
      </p:nvGrpSpPr>
      <p:grpSpPr>
        <a:xfrm>
          <a:off x="0" y="0"/>
          <a:ext cx="0" cy="0"/>
          <a:chOff x="0" y="0"/>
          <a:chExt cx="0" cy="0"/>
        </a:xfrm>
      </p:grpSpPr>
      <p:sp>
        <p:nvSpPr>
          <p:cNvPr id="1048661" name="Rectangle 2"/>
          <p:cNvSpPr>
            <a:spLocks noGrp="1" noChangeArrowheads="1"/>
          </p:cNvSpPr>
          <p:nvPr>
            <p:ph type="hdr" sz="quarter"/>
          </p:nvPr>
        </p:nvSpPr>
        <p:spPr bwMode="auto">
          <a:xfrm>
            <a:off x="2" y="1"/>
            <a:ext cx="3076575" cy="512763"/>
          </a:xfrm>
          <a:prstGeom prst="rect">
            <a:avLst/>
          </a:prstGeom>
          <a:noFill/>
          <a:ln w="9525">
            <a:noFill/>
            <a:miter lim="800000"/>
          </a:ln>
          <a:effectLst/>
        </p:spPr>
        <p:txBody>
          <a:bodyPr vert="horz" wrap="square" lIns="91492" tIns="45745" rIns="91492" bIns="45745" numCol="1" anchor="t" anchorCtr="0" compatLnSpc="1"/>
          <a:lstStyle>
            <a:lvl1pPr algn="l">
              <a:defRPr sz="1100"/>
            </a:lvl1pPr>
          </a:lstStyle>
          <a:p>
            <a:endParaRPr lang="en-US"/>
          </a:p>
        </p:txBody>
      </p:sp>
      <p:sp>
        <p:nvSpPr>
          <p:cNvPr id="1048662" name="Rectangle 3"/>
          <p:cNvSpPr>
            <a:spLocks noGrp="1" noChangeArrowheads="1"/>
          </p:cNvSpPr>
          <p:nvPr>
            <p:ph type="dt" idx="1"/>
          </p:nvPr>
        </p:nvSpPr>
        <p:spPr bwMode="auto">
          <a:xfrm>
            <a:off x="4021139" y="1"/>
            <a:ext cx="3076575" cy="512763"/>
          </a:xfrm>
          <a:prstGeom prst="rect">
            <a:avLst/>
          </a:prstGeom>
          <a:noFill/>
          <a:ln w="9525">
            <a:noFill/>
            <a:miter lim="800000"/>
          </a:ln>
          <a:effectLst/>
        </p:spPr>
        <p:txBody>
          <a:bodyPr vert="horz" wrap="square" lIns="91492" tIns="45745" rIns="91492" bIns="45745" numCol="1" anchor="t" anchorCtr="0" compatLnSpc="1"/>
          <a:lstStyle>
            <a:lvl1pPr algn="r">
              <a:defRPr sz="1100"/>
            </a:lvl1pPr>
          </a:lstStyle>
          <a:p>
            <a:endParaRPr lang="en-US"/>
          </a:p>
        </p:txBody>
      </p:sp>
      <p:sp>
        <p:nvSpPr>
          <p:cNvPr id="1048663"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ln>
          <a:effectLst/>
        </p:spPr>
      </p:sp>
      <p:sp>
        <p:nvSpPr>
          <p:cNvPr id="1048664" name="Rectangle 5"/>
          <p:cNvSpPr>
            <a:spLocks noGrp="1" noChangeArrowheads="1"/>
          </p:cNvSpPr>
          <p:nvPr>
            <p:ph type="body" sz="quarter" idx="3"/>
          </p:nvPr>
        </p:nvSpPr>
        <p:spPr bwMode="auto">
          <a:xfrm>
            <a:off x="709614" y="4862514"/>
            <a:ext cx="5680075" cy="4605337"/>
          </a:xfrm>
          <a:prstGeom prst="rect">
            <a:avLst/>
          </a:prstGeom>
          <a:noFill/>
          <a:ln w="9525">
            <a:noFill/>
            <a:miter lim="800000"/>
          </a:ln>
          <a:effectLst/>
        </p:spPr>
        <p:txBody>
          <a:bodyPr vert="horz" wrap="square" lIns="91492" tIns="45745" rIns="91492" bIns="45745" numCol="1" anchor="t" anchorCtr="0" compatLnSpc="1"/>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1048665" name="Rectangle 6"/>
          <p:cNvSpPr>
            <a:spLocks noGrp="1" noChangeArrowheads="1"/>
          </p:cNvSpPr>
          <p:nvPr>
            <p:ph type="ftr" sz="quarter" idx="4"/>
          </p:nvPr>
        </p:nvSpPr>
        <p:spPr bwMode="auto">
          <a:xfrm>
            <a:off x="2" y="9720264"/>
            <a:ext cx="3076575" cy="512762"/>
          </a:xfrm>
          <a:prstGeom prst="rect">
            <a:avLst/>
          </a:prstGeom>
          <a:noFill/>
          <a:ln w="9525">
            <a:noFill/>
            <a:miter lim="800000"/>
          </a:ln>
          <a:effectLst/>
        </p:spPr>
        <p:txBody>
          <a:bodyPr vert="horz" wrap="square" lIns="91492" tIns="45745" rIns="91492" bIns="45745" numCol="1" anchor="b" anchorCtr="0" compatLnSpc="1"/>
          <a:lstStyle>
            <a:lvl1pPr algn="l">
              <a:defRPr sz="1100"/>
            </a:lvl1pPr>
          </a:lstStyle>
          <a:p>
            <a:endParaRPr lang="en-US"/>
          </a:p>
        </p:txBody>
      </p:sp>
      <p:sp>
        <p:nvSpPr>
          <p:cNvPr id="1048666" name="Rectangle 7"/>
          <p:cNvSpPr>
            <a:spLocks noGrp="1" noChangeArrowheads="1"/>
          </p:cNvSpPr>
          <p:nvPr>
            <p:ph type="sldNum" sz="quarter" idx="5"/>
          </p:nvPr>
        </p:nvSpPr>
        <p:spPr bwMode="auto">
          <a:xfrm>
            <a:off x="4021139" y="9720264"/>
            <a:ext cx="3076575" cy="512762"/>
          </a:xfrm>
          <a:prstGeom prst="rect">
            <a:avLst/>
          </a:prstGeom>
          <a:noFill/>
          <a:ln w="9525">
            <a:noFill/>
            <a:miter lim="800000"/>
          </a:ln>
          <a:effectLst/>
        </p:spPr>
        <p:txBody>
          <a:bodyPr vert="horz" wrap="square" lIns="91492" tIns="45745" rIns="91492" bIns="45745" numCol="1" anchor="b" anchorCtr="0" compatLnSpc="1"/>
          <a:lstStyle>
            <a:lvl1pPr algn="r">
              <a:defRPr sz="1100"/>
            </a:lvl1pPr>
          </a:lstStyle>
          <a:p>
            <a:fld id="{A9A0EA98-5831-4853-B862-C702E6EB345C}" type="slidenum">
              <a:rPr lang="en-US"/>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23"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1048582"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1048583" name="Date Placeholder 3"/>
          <p:cNvSpPr>
            <a:spLocks noGrp="1"/>
          </p:cNvSpPr>
          <p:nvPr>
            <p:ph type="dt" sz="half" idx="10"/>
          </p:nvPr>
        </p:nvSpPr>
        <p:spPr/>
        <p:txBody>
          <a:bodyPr/>
          <a:p>
            <a:fld id="{63A1C593-65D0-4073-BCC9-577B9352EA97}" type="datetimeFigureOut">
              <a:rPr lang="en-US" smtClean="0"/>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25" name=""/>
        <p:cNvGrpSpPr/>
        <p:nvPr/>
      </p:nvGrpSpPr>
      <p:grpSpPr>
        <a:xfrm>
          <a:off x="0" y="0"/>
          <a:ext cx="0" cy="0"/>
          <a:chOff x="0" y="0"/>
          <a:chExt cx="0" cy="0"/>
        </a:xfrm>
      </p:grpSpPr>
      <p:sp>
        <p:nvSpPr>
          <p:cNvPr id="1048587" name="Title 1"/>
          <p:cNvSpPr>
            <a:spLocks noGrp="1"/>
          </p:cNvSpPr>
          <p:nvPr>
            <p:ph type="title"/>
          </p:nvPr>
        </p:nvSpPr>
        <p:spPr/>
        <p:txBody>
          <a:bodyPr/>
          <a:p>
            <a:r>
              <a:rPr lang="en-US" smtClean="0"/>
              <a:t>Click to edit Master title style</a:t>
            </a:r>
            <a:endParaRPr lang="en-US"/>
          </a:p>
        </p:txBody>
      </p:sp>
      <p:sp>
        <p:nvSpPr>
          <p:cNvPr id="1048588" name="Content Placeholder 2"/>
          <p:cNvSpPr>
            <a:spLocks noGrp="1"/>
          </p:cNvSpPr>
          <p:nvPr>
            <p:ph idx="1"/>
          </p:nvPr>
        </p:nvSpPr>
        <p:spPr/>
        <p:txBody>
          <a:bodyPr/>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589" name="Date Placeholder 3"/>
          <p:cNvSpPr>
            <a:spLocks noGrp="1"/>
          </p:cNvSpPr>
          <p:nvPr>
            <p:ph type="dt" sz="half" idx="10"/>
          </p:nvPr>
        </p:nvSpPr>
        <p:spPr/>
        <p:txBody>
          <a:bodyPr/>
          <a:p>
            <a:fld id="{63A1C593-65D0-4073-BCC9-577B9352EA97}" type="datetimeFigureOut">
              <a:rPr lang="en-US" smtClean="0"/>
            </a:fld>
            <a:endParaRPr lang="en-US"/>
          </a:p>
        </p:txBody>
      </p:sp>
      <p:sp>
        <p:nvSpPr>
          <p:cNvPr id="1048590" name="Footer Placeholder 4"/>
          <p:cNvSpPr>
            <a:spLocks noGrp="1"/>
          </p:cNvSpPr>
          <p:nvPr>
            <p:ph type="ftr" sz="quarter" idx="11"/>
          </p:nvPr>
        </p:nvSpPr>
        <p:spPr/>
        <p:txBody>
          <a:bodyPr/>
          <a:p>
            <a:endParaRPr lang="en-US"/>
          </a:p>
        </p:txBody>
      </p:sp>
      <p:sp>
        <p:nvSpPr>
          <p:cNvPr id="1048591"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41" name=""/>
        <p:cNvGrpSpPr/>
        <p:nvPr/>
      </p:nvGrpSpPr>
      <p:grpSpPr>
        <a:xfrm>
          <a:off x="0" y="0"/>
          <a:ext cx="0" cy="0"/>
          <a:chOff x="0" y="0"/>
          <a:chExt cx="0" cy="0"/>
        </a:xfrm>
      </p:grpSpPr>
      <p:sp>
        <p:nvSpPr>
          <p:cNvPr id="1048645"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1048646"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1048647" name="Date Placeholder 3"/>
          <p:cNvSpPr>
            <a:spLocks noGrp="1"/>
          </p:cNvSpPr>
          <p:nvPr>
            <p:ph type="dt" sz="half" idx="10"/>
          </p:nvPr>
        </p:nvSpPr>
        <p:spPr/>
        <p:txBody>
          <a:bodyPr/>
          <a:p>
            <a:fld id="{63A1C593-65D0-4073-BCC9-577B9352EA97}" type="datetimeFigureOut">
              <a:rPr lang="en-US" smtClean="0"/>
            </a:fld>
            <a:endParaRPr lang="en-US"/>
          </a:p>
        </p:txBody>
      </p:sp>
      <p:sp>
        <p:nvSpPr>
          <p:cNvPr id="1048648" name="Footer Placeholder 4"/>
          <p:cNvSpPr>
            <a:spLocks noGrp="1"/>
          </p:cNvSpPr>
          <p:nvPr>
            <p:ph type="ftr" sz="quarter" idx="11"/>
          </p:nvPr>
        </p:nvSpPr>
        <p:spPr/>
        <p:txBody>
          <a:bodyPr/>
          <a:p>
            <a:endParaRPr lang="en-US"/>
          </a:p>
        </p:txBody>
      </p:sp>
      <p:sp>
        <p:nvSpPr>
          <p:cNvPr id="1048649"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35" name=""/>
        <p:cNvGrpSpPr/>
        <p:nvPr/>
      </p:nvGrpSpPr>
      <p:grpSpPr>
        <a:xfrm>
          <a:off x="0" y="0"/>
          <a:ext cx="0" cy="0"/>
          <a:chOff x="0" y="0"/>
          <a:chExt cx="0" cy="0"/>
        </a:xfrm>
      </p:grpSpPr>
      <p:sp>
        <p:nvSpPr>
          <p:cNvPr id="1048613" name="Title 1"/>
          <p:cNvSpPr>
            <a:spLocks noGrp="1"/>
          </p:cNvSpPr>
          <p:nvPr>
            <p:ph type="title"/>
          </p:nvPr>
        </p:nvSpPr>
        <p:spPr/>
        <p:txBody>
          <a:bodyPr/>
          <a:p>
            <a:r>
              <a:rPr lang="en-US" smtClean="0"/>
              <a:t>Click to edit Master title style</a:t>
            </a:r>
            <a:endParaRPr lang="en-US"/>
          </a:p>
        </p:txBody>
      </p:sp>
      <p:sp>
        <p:nvSpPr>
          <p:cNvPr id="1048614" name="Content Placeholder 2"/>
          <p:cNvSpPr>
            <a:spLocks noGrp="1"/>
          </p:cNvSpPr>
          <p:nvPr>
            <p:ph sz="half" idx="1"/>
          </p:nvPr>
        </p:nvSpPr>
        <p:spPr>
          <a:xfrm>
            <a:off x="838200" y="1825625"/>
            <a:ext cx="5181600" cy="4351338"/>
          </a:xfrm>
        </p:spPr>
        <p:txBody>
          <a:bodyPr/>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15" name="Content Placeholder 3"/>
          <p:cNvSpPr>
            <a:spLocks noGrp="1"/>
          </p:cNvSpPr>
          <p:nvPr>
            <p:ph sz="half" idx="2"/>
          </p:nvPr>
        </p:nvSpPr>
        <p:spPr>
          <a:xfrm>
            <a:off x="6172200" y="1825625"/>
            <a:ext cx="5181600" cy="4351338"/>
          </a:xfrm>
        </p:spPr>
        <p:txBody>
          <a:bodyPr/>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16" name="Date Placeholder 4"/>
          <p:cNvSpPr>
            <a:spLocks noGrp="1"/>
          </p:cNvSpPr>
          <p:nvPr>
            <p:ph type="dt" sz="half" idx="10"/>
          </p:nvPr>
        </p:nvSpPr>
        <p:spPr/>
        <p:txBody>
          <a:bodyPr/>
          <a:p>
            <a:fld id="{63A1C593-65D0-4073-BCC9-577B9352EA97}" type="datetimeFigureOut">
              <a:rPr lang="en-US" smtClean="0"/>
            </a:fld>
            <a:endParaRPr lang="en-US"/>
          </a:p>
        </p:txBody>
      </p:sp>
      <p:sp>
        <p:nvSpPr>
          <p:cNvPr id="1048617" name="Footer Placeholder 5"/>
          <p:cNvSpPr>
            <a:spLocks noGrp="1"/>
          </p:cNvSpPr>
          <p:nvPr>
            <p:ph type="ftr" sz="quarter" idx="11"/>
          </p:nvPr>
        </p:nvSpPr>
        <p:spPr/>
        <p:txBody>
          <a:bodyPr/>
          <a:p>
            <a:endParaRPr lang="en-US"/>
          </a:p>
        </p:txBody>
      </p:sp>
      <p:sp>
        <p:nvSpPr>
          <p:cNvPr id="1048618"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36" name=""/>
        <p:cNvGrpSpPr/>
        <p:nvPr/>
      </p:nvGrpSpPr>
      <p:grpSpPr>
        <a:xfrm>
          <a:off x="0" y="0"/>
          <a:ext cx="0" cy="0"/>
          <a:chOff x="0" y="0"/>
          <a:chExt cx="0" cy="0"/>
        </a:xfrm>
      </p:grpSpPr>
      <p:sp>
        <p:nvSpPr>
          <p:cNvPr id="1048619" name="Title 1"/>
          <p:cNvSpPr>
            <a:spLocks noGrp="1"/>
          </p:cNvSpPr>
          <p:nvPr>
            <p:ph type="title"/>
          </p:nvPr>
        </p:nvSpPr>
        <p:spPr>
          <a:xfrm>
            <a:off x="839788" y="365125"/>
            <a:ext cx="10515600" cy="1325563"/>
          </a:xfrm>
        </p:spPr>
        <p:txBody>
          <a:bodyPr/>
          <a:p>
            <a:r>
              <a:rPr lang="en-US" smtClean="0"/>
              <a:t>Click to edit Master title style</a:t>
            </a:r>
            <a:endParaRPr lang="en-US"/>
          </a:p>
        </p:txBody>
      </p:sp>
      <p:sp>
        <p:nvSpPr>
          <p:cNvPr id="1048620"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1048621" name="Content Placeholder 3"/>
          <p:cNvSpPr>
            <a:spLocks noGrp="1"/>
          </p:cNvSpPr>
          <p:nvPr>
            <p:ph sz="half" idx="2"/>
          </p:nvPr>
        </p:nvSpPr>
        <p:spPr>
          <a:xfrm>
            <a:off x="839788" y="2505075"/>
            <a:ext cx="5157787" cy="3684588"/>
          </a:xfrm>
        </p:spPr>
        <p:txBody>
          <a:bodyPr/>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22"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1048623" name="Content Placeholder 5"/>
          <p:cNvSpPr>
            <a:spLocks noGrp="1"/>
          </p:cNvSpPr>
          <p:nvPr>
            <p:ph sz="quarter" idx="4"/>
          </p:nvPr>
        </p:nvSpPr>
        <p:spPr>
          <a:xfrm>
            <a:off x="6172200" y="2505075"/>
            <a:ext cx="5183188" cy="3684588"/>
          </a:xfrm>
        </p:spPr>
        <p:txBody>
          <a:bodyPr/>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24" name="Date Placeholder 6"/>
          <p:cNvSpPr>
            <a:spLocks noGrp="1"/>
          </p:cNvSpPr>
          <p:nvPr>
            <p:ph type="dt" sz="half" idx="10"/>
          </p:nvPr>
        </p:nvSpPr>
        <p:spPr/>
        <p:txBody>
          <a:bodyPr/>
          <a:p>
            <a:fld id="{63A1C593-65D0-4073-BCC9-577B9352EA97}" type="datetimeFigureOut">
              <a:rPr lang="en-US" smtClean="0"/>
            </a:fld>
            <a:endParaRPr lang="en-US"/>
          </a:p>
        </p:txBody>
      </p:sp>
      <p:sp>
        <p:nvSpPr>
          <p:cNvPr id="1048625" name="Footer Placeholder 7"/>
          <p:cNvSpPr>
            <a:spLocks noGrp="1"/>
          </p:cNvSpPr>
          <p:nvPr>
            <p:ph type="ftr" sz="quarter" idx="11"/>
          </p:nvPr>
        </p:nvSpPr>
        <p:spPr/>
        <p:txBody>
          <a:bodyPr/>
          <a:p>
            <a:endParaRPr lang="en-US"/>
          </a:p>
        </p:txBody>
      </p:sp>
      <p:sp>
        <p:nvSpPr>
          <p:cNvPr id="1048626"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37" name=""/>
        <p:cNvGrpSpPr/>
        <p:nvPr/>
      </p:nvGrpSpPr>
      <p:grpSpPr>
        <a:xfrm>
          <a:off x="0" y="0"/>
          <a:ext cx="0" cy="0"/>
          <a:chOff x="0" y="0"/>
          <a:chExt cx="0" cy="0"/>
        </a:xfrm>
      </p:grpSpPr>
      <p:sp>
        <p:nvSpPr>
          <p:cNvPr id="1048627" name="Title 1"/>
          <p:cNvSpPr>
            <a:spLocks noGrp="1"/>
          </p:cNvSpPr>
          <p:nvPr>
            <p:ph type="title"/>
          </p:nvPr>
        </p:nvSpPr>
        <p:spPr/>
        <p:txBody>
          <a:bodyPr/>
          <a:p>
            <a:r>
              <a:rPr lang="en-US" smtClean="0"/>
              <a:t>Click to edit Master title style</a:t>
            </a:r>
            <a:endParaRPr lang="en-US"/>
          </a:p>
        </p:txBody>
      </p:sp>
      <p:sp>
        <p:nvSpPr>
          <p:cNvPr id="1048628" name="Date Placeholder 2"/>
          <p:cNvSpPr>
            <a:spLocks noGrp="1"/>
          </p:cNvSpPr>
          <p:nvPr>
            <p:ph type="dt" sz="half" idx="10"/>
          </p:nvPr>
        </p:nvSpPr>
        <p:spPr/>
        <p:txBody>
          <a:bodyPr/>
          <a:p>
            <a:fld id="{63A1C593-65D0-4073-BCC9-577B9352EA97}" type="datetimeFigureOut">
              <a:rPr lang="en-US" smtClean="0"/>
            </a:fld>
            <a:endParaRPr lang="en-US"/>
          </a:p>
        </p:txBody>
      </p:sp>
      <p:sp>
        <p:nvSpPr>
          <p:cNvPr id="1048629" name="Footer Placeholder 3"/>
          <p:cNvSpPr>
            <a:spLocks noGrp="1"/>
          </p:cNvSpPr>
          <p:nvPr>
            <p:ph type="ftr" sz="quarter" idx="11"/>
          </p:nvPr>
        </p:nvSpPr>
        <p:spPr/>
        <p:txBody>
          <a:bodyPr/>
          <a:p>
            <a:endParaRPr lang="en-US"/>
          </a:p>
        </p:txBody>
      </p:sp>
      <p:sp>
        <p:nvSpPr>
          <p:cNvPr id="1048630"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39" name=""/>
        <p:cNvGrpSpPr/>
        <p:nvPr/>
      </p:nvGrpSpPr>
      <p:grpSpPr>
        <a:xfrm>
          <a:off x="0" y="0"/>
          <a:ext cx="0" cy="0"/>
          <a:chOff x="0" y="0"/>
          <a:chExt cx="0" cy="0"/>
        </a:xfrm>
      </p:grpSpPr>
      <p:sp>
        <p:nvSpPr>
          <p:cNvPr id="1048636" name="Date Placeholder 1"/>
          <p:cNvSpPr>
            <a:spLocks noGrp="1"/>
          </p:cNvSpPr>
          <p:nvPr>
            <p:ph type="dt" sz="half" idx="10"/>
          </p:nvPr>
        </p:nvSpPr>
        <p:spPr/>
        <p:txBody>
          <a:bodyPr/>
          <a:p>
            <a:fld id="{63A1C593-65D0-4073-BCC9-577B9352EA97}" type="datetimeFigureOut">
              <a:rPr lang="en-US" smtClean="0"/>
            </a:fld>
            <a:endParaRPr lang="en-US"/>
          </a:p>
        </p:txBody>
      </p:sp>
      <p:sp>
        <p:nvSpPr>
          <p:cNvPr id="1048637" name="Footer Placeholder 2"/>
          <p:cNvSpPr>
            <a:spLocks noGrp="1"/>
          </p:cNvSpPr>
          <p:nvPr>
            <p:ph type="ftr" sz="quarter" idx="11"/>
          </p:nvPr>
        </p:nvSpPr>
        <p:spPr/>
        <p:txBody>
          <a:bodyPr/>
          <a:p>
            <a:endParaRPr lang="en-US"/>
          </a:p>
        </p:txBody>
      </p:sp>
      <p:sp>
        <p:nvSpPr>
          <p:cNvPr id="1048638"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43" name=""/>
        <p:cNvGrpSpPr/>
        <p:nvPr/>
      </p:nvGrpSpPr>
      <p:grpSpPr>
        <a:xfrm>
          <a:off x="0" y="0"/>
          <a:ext cx="0" cy="0"/>
          <a:chOff x="0" y="0"/>
          <a:chExt cx="0" cy="0"/>
        </a:xfrm>
      </p:grpSpPr>
      <p:sp>
        <p:nvSpPr>
          <p:cNvPr id="1048655"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1048656"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57"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1048658" name="Date Placeholder 4"/>
          <p:cNvSpPr>
            <a:spLocks noGrp="1"/>
          </p:cNvSpPr>
          <p:nvPr>
            <p:ph type="dt" sz="half" idx="10"/>
          </p:nvPr>
        </p:nvSpPr>
        <p:spPr/>
        <p:txBody>
          <a:bodyPr/>
          <a:p>
            <a:fld id="{63A1C593-65D0-4073-BCC9-577B9352EA97}" type="datetimeFigureOut">
              <a:rPr lang="en-US" smtClean="0"/>
            </a:fld>
            <a:endParaRPr lang="en-US"/>
          </a:p>
        </p:txBody>
      </p:sp>
      <p:sp>
        <p:nvSpPr>
          <p:cNvPr id="1048659" name="Footer Placeholder 5"/>
          <p:cNvSpPr>
            <a:spLocks noGrp="1"/>
          </p:cNvSpPr>
          <p:nvPr>
            <p:ph type="ftr" sz="quarter" idx="11"/>
          </p:nvPr>
        </p:nvSpPr>
        <p:spPr/>
        <p:txBody>
          <a:bodyPr/>
          <a:p>
            <a:endParaRPr lang="en-US"/>
          </a:p>
        </p:txBody>
      </p:sp>
      <p:sp>
        <p:nvSpPr>
          <p:cNvPr id="1048660"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40" name=""/>
        <p:cNvGrpSpPr/>
        <p:nvPr/>
      </p:nvGrpSpPr>
      <p:grpSpPr>
        <a:xfrm>
          <a:off x="0" y="0"/>
          <a:ext cx="0" cy="0"/>
          <a:chOff x="0" y="0"/>
          <a:chExt cx="0" cy="0"/>
        </a:xfrm>
      </p:grpSpPr>
      <p:sp>
        <p:nvSpPr>
          <p:cNvPr id="1048639"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1048640"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1"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1048642" name="Date Placeholder 4"/>
          <p:cNvSpPr>
            <a:spLocks noGrp="1"/>
          </p:cNvSpPr>
          <p:nvPr>
            <p:ph type="dt" sz="half" idx="10"/>
          </p:nvPr>
        </p:nvSpPr>
        <p:spPr/>
        <p:txBody>
          <a:bodyPr/>
          <a:p>
            <a:fld id="{63A1C593-65D0-4073-BCC9-577B9352EA97}" type="datetimeFigureOut">
              <a:rPr lang="en-US" smtClean="0"/>
            </a:fld>
            <a:endParaRPr lang="en-US"/>
          </a:p>
        </p:txBody>
      </p:sp>
      <p:sp>
        <p:nvSpPr>
          <p:cNvPr id="1048643" name="Footer Placeholder 5"/>
          <p:cNvSpPr>
            <a:spLocks noGrp="1"/>
          </p:cNvSpPr>
          <p:nvPr>
            <p:ph type="ftr" sz="quarter" idx="11"/>
          </p:nvPr>
        </p:nvSpPr>
        <p:spPr/>
        <p:txBody>
          <a:bodyPr/>
          <a:p>
            <a:endParaRPr lang="en-US"/>
          </a:p>
        </p:txBody>
      </p:sp>
      <p:sp>
        <p:nvSpPr>
          <p:cNvPr id="1048644"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42" name=""/>
        <p:cNvGrpSpPr/>
        <p:nvPr/>
      </p:nvGrpSpPr>
      <p:grpSpPr>
        <a:xfrm>
          <a:off x="0" y="0"/>
          <a:ext cx="0" cy="0"/>
          <a:chOff x="0" y="0"/>
          <a:chExt cx="0" cy="0"/>
        </a:xfrm>
      </p:grpSpPr>
      <p:sp>
        <p:nvSpPr>
          <p:cNvPr id="1048650" name="Title 1"/>
          <p:cNvSpPr>
            <a:spLocks noGrp="1"/>
          </p:cNvSpPr>
          <p:nvPr>
            <p:ph type="title"/>
          </p:nvPr>
        </p:nvSpPr>
        <p:spPr/>
        <p:txBody>
          <a:bodyPr/>
          <a:p>
            <a:r>
              <a:rPr lang="en-US" smtClean="0"/>
              <a:t>Click to edit Master title style</a:t>
            </a:r>
            <a:endParaRPr lang="en-US"/>
          </a:p>
        </p:txBody>
      </p:sp>
      <p:sp>
        <p:nvSpPr>
          <p:cNvPr id="1048651" name="Vertical Text Placeholder 2"/>
          <p:cNvSpPr>
            <a:spLocks noGrp="1"/>
          </p:cNvSpPr>
          <p:nvPr>
            <p:ph type="body" orient="vert" idx="1"/>
          </p:nvPr>
        </p:nvSpPr>
        <p:spPr/>
        <p:txBody>
          <a:bodyPr vert="eaVert"/>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52" name="Date Placeholder 3"/>
          <p:cNvSpPr>
            <a:spLocks noGrp="1"/>
          </p:cNvSpPr>
          <p:nvPr>
            <p:ph type="dt" sz="half" idx="10"/>
          </p:nvPr>
        </p:nvSpPr>
        <p:spPr/>
        <p:txBody>
          <a:bodyPr/>
          <a:p>
            <a:fld id="{63A1C593-65D0-4073-BCC9-577B9352EA97}" type="datetimeFigureOut">
              <a:rPr lang="en-US" smtClean="0"/>
            </a:fld>
            <a:endParaRPr lang="en-US"/>
          </a:p>
        </p:txBody>
      </p:sp>
      <p:sp>
        <p:nvSpPr>
          <p:cNvPr id="1048653" name="Footer Placeholder 4"/>
          <p:cNvSpPr>
            <a:spLocks noGrp="1"/>
          </p:cNvSpPr>
          <p:nvPr>
            <p:ph type="ftr" sz="quarter" idx="11"/>
          </p:nvPr>
        </p:nvSpPr>
        <p:spPr/>
        <p:txBody>
          <a:bodyPr/>
          <a:p>
            <a:endParaRPr lang="en-US"/>
          </a:p>
        </p:txBody>
      </p:sp>
      <p:sp>
        <p:nvSpPr>
          <p:cNvPr id="1048654"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38" name=""/>
        <p:cNvGrpSpPr/>
        <p:nvPr/>
      </p:nvGrpSpPr>
      <p:grpSpPr>
        <a:xfrm>
          <a:off x="0" y="0"/>
          <a:ext cx="0" cy="0"/>
          <a:chOff x="0" y="0"/>
          <a:chExt cx="0" cy="0"/>
        </a:xfrm>
      </p:grpSpPr>
      <p:sp>
        <p:nvSpPr>
          <p:cNvPr id="1048631" name="Vertical Title 1"/>
          <p:cNvSpPr>
            <a:spLocks noGrp="1"/>
          </p:cNvSpPr>
          <p:nvPr>
            <p:ph type="title" orient="vert"/>
          </p:nvPr>
        </p:nvSpPr>
        <p:spPr>
          <a:xfrm>
            <a:off x="8724900" y="365125"/>
            <a:ext cx="2628900" cy="5811838"/>
          </a:xfrm>
        </p:spPr>
        <p:txBody>
          <a:bodyPr vert="eaVert"/>
          <a:p>
            <a:r>
              <a:rPr lang="en-US" smtClean="0"/>
              <a:t>Click to edit Master title style</a:t>
            </a:r>
            <a:endParaRPr lang="en-US"/>
          </a:p>
        </p:txBody>
      </p:sp>
      <p:sp>
        <p:nvSpPr>
          <p:cNvPr id="1048632" name="Vertical Text Placeholder 2"/>
          <p:cNvSpPr>
            <a:spLocks noGrp="1"/>
          </p:cNvSpPr>
          <p:nvPr>
            <p:ph type="body" orient="vert" idx="1"/>
          </p:nvPr>
        </p:nvSpPr>
        <p:spPr>
          <a:xfrm>
            <a:off x="838200" y="365125"/>
            <a:ext cx="7734300" cy="5811838"/>
          </a:xfrm>
        </p:spPr>
        <p:txBody>
          <a:bodyPr vert="eaVert"/>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633" name="Date Placeholder 3"/>
          <p:cNvSpPr>
            <a:spLocks noGrp="1"/>
          </p:cNvSpPr>
          <p:nvPr>
            <p:ph type="dt" sz="half" idx="10"/>
          </p:nvPr>
        </p:nvSpPr>
        <p:spPr/>
        <p:txBody>
          <a:bodyPr/>
          <a:p>
            <a:fld id="{63A1C593-65D0-4073-BCC9-577B9352EA97}" type="datetimeFigureOut">
              <a:rPr lang="en-US" smtClean="0"/>
            </a:fld>
            <a:endParaRPr lang="en-US"/>
          </a:p>
        </p:txBody>
      </p:sp>
      <p:sp>
        <p:nvSpPr>
          <p:cNvPr id="1048634" name="Footer Placeholder 4"/>
          <p:cNvSpPr>
            <a:spLocks noGrp="1"/>
          </p:cNvSpPr>
          <p:nvPr>
            <p:ph type="ftr" sz="quarter" idx="11"/>
          </p:nvPr>
        </p:nvSpPr>
        <p:spPr/>
        <p:txBody>
          <a:bodyPr/>
          <a:p>
            <a:endParaRPr lang="en-US"/>
          </a:p>
        </p:txBody>
      </p:sp>
      <p:sp>
        <p:nvSpPr>
          <p:cNvPr id="1048635"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p>
            <a:r>
              <a:rPr lang="en-US" smtClean="0"/>
              <a:t>Click to edit Master title style</a:t>
            </a:r>
            <a:endParaRPr lang="en-US"/>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png"/><Relationship Id="rId3" Type="http://schemas.openxmlformats.org/officeDocument/2006/relationships/tags" Target="../tags/tag1.xml"/><Relationship Id="rId2" Type="http://schemas.microsoft.com/office/2007/relationships/media" Target="../media/media1.mp4"/><Relationship Id="rId1" Type="http://schemas.openxmlformats.org/officeDocument/2006/relationships/video" Target="../media/media1.mp4"/></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p:sp>
        <p:nvSpPr>
          <p:cNvPr id="1048586" name="Title 1"/>
          <p:cNvSpPr>
            <a:spLocks noGrp="1"/>
          </p:cNvSpPr>
          <p:nvPr>
            <p:ph type="ctrTitle"/>
          </p:nvPr>
        </p:nvSpPr>
        <p:spPr>
          <a:xfrm>
            <a:off x="0" y="0"/>
            <a:ext cx="12192000" cy="6858000"/>
          </a:xfrm>
        </p:spPr>
        <p:txBody>
          <a:bodyPr/>
          <a:p>
            <a:endParaRPr lang="en-US"/>
          </a:p>
        </p:txBody>
      </p:sp>
      <p:pic>
        <p:nvPicPr>
          <p:cNvPr id="2097152" name="seoul_-_21985 (540p)">
            <a:hlinkClick r:id="" action="ppaction://media"/>
          </p:cNvPr>
          <p:cNvPicPr/>
          <p:nvPr>
            <a:videoFile r:link="rId1"/>
            <p:extLst>
              <p:ext uri="{DAA4B4D4-6D71-4841-9C94-3DE7FCFB9230}">
                <p14:media xmlns:p14="http://schemas.microsoft.com/office/powerpoint/2010/main" r:embed="rId2"/>
              </p:ext>
            </p:extLst>
            <p:custDataLst>
              <p:tags r:id="rId3"/>
            </p:custDataLst>
          </p:nvPr>
        </p:nvPicPr>
        <p:blipFill>
          <a:blip r:embed="rId4"/>
          <a:stretch>
            <a:fillRect/>
          </a:stretch>
        </p:blipFill>
        <p:spPr>
          <a:xfrm>
            <a:off x="-25540" y="-635"/>
            <a:ext cx="12192635" cy="6858635"/>
          </a:xfrm>
          <a:prstGeom prst="rect">
            <a:avLst/>
          </a:prstGeom>
        </p:spPr>
      </p:pic>
      <p:sp>
        <p:nvSpPr>
          <p:cNvPr id="1048668" name="Text Box 1048667"/>
          <p:cNvSpPr txBox="1"/>
          <p:nvPr/>
        </p:nvSpPr>
        <p:spPr>
          <a:xfrm>
            <a:off x="137252" y="1927909"/>
            <a:ext cx="12029842" cy="1069341"/>
          </a:xfrm>
          <a:prstGeom prst="rect">
            <a:avLst/>
          </a:prstGeom>
        </p:spPr>
        <p:txBody>
          <a:bodyPr wrap="square" rtlCol="0">
            <a:spAutoFit/>
          </a:bodyPr>
          <a:p>
            <a:r>
              <a:rPr lang="en-US" altLang="en-GB" sz="6600">
                <a:solidFill>
                  <a:srgbClr val="FFFFFF"/>
                </a:solidFill>
              </a:rPr>
              <a:t> </a:t>
            </a:r>
            <a:r>
              <a:rPr lang="en-US" altLang="en-GB" sz="6600">
                <a:solidFill>
                  <a:srgbClr val="FFFFFF"/>
                </a:solidFill>
              </a:rPr>
              <a:t> </a:t>
            </a:r>
            <a:r>
              <a:rPr lang="en-US" altLang="en-GB" sz="6600">
                <a:solidFill>
                  <a:srgbClr val="FFFFFF"/>
                </a:solidFill>
              </a:rPr>
              <a:t> </a:t>
            </a:r>
            <a:r>
              <a:rPr lang="en-US" altLang="en-GB" sz="6600">
                <a:solidFill>
                  <a:srgbClr val="FFFFFF"/>
                </a:solidFill>
              </a:rPr>
              <a:t> </a:t>
            </a:r>
            <a:r>
              <a:rPr lang="en-US" altLang="en-GB" sz="6600" b="1">
                <a:solidFill>
                  <a:srgbClr val="FFFFFF"/>
                </a:solidFill>
              </a:rPr>
              <a:t>S</a:t>
            </a:r>
            <a:r>
              <a:rPr lang="en-US" altLang="en-GB" sz="6600" b="1">
                <a:solidFill>
                  <a:srgbClr val="FFFFFF"/>
                </a:solidFill>
              </a:rPr>
              <a:t>M</a:t>
            </a:r>
            <a:r>
              <a:rPr lang="en-US" altLang="en-GB" sz="6600" b="1">
                <a:solidFill>
                  <a:srgbClr val="FFFFFF"/>
                </a:solidFill>
              </a:rPr>
              <a:t>A</a:t>
            </a:r>
            <a:r>
              <a:rPr lang="en-US" altLang="en-GB" sz="6600" b="1">
                <a:solidFill>
                  <a:srgbClr val="FFFFFF"/>
                </a:solidFill>
              </a:rPr>
              <a:t>R</a:t>
            </a:r>
            <a:r>
              <a:rPr lang="en-US" altLang="en-GB" sz="6600" b="1">
                <a:solidFill>
                  <a:srgbClr val="FFFFFF"/>
                </a:solidFill>
              </a:rPr>
              <a:t>T</a:t>
            </a:r>
            <a:r>
              <a:rPr lang="en-US" altLang="en-GB" sz="6600" b="1">
                <a:solidFill>
                  <a:srgbClr val="FFFFFF"/>
                </a:solidFill>
              </a:rPr>
              <a:t> </a:t>
            </a:r>
            <a:r>
              <a:rPr lang="en-US" altLang="en-GB" sz="6600" b="1">
                <a:solidFill>
                  <a:srgbClr val="FFFFFF"/>
                </a:solidFill>
              </a:rPr>
              <a:t>T</a:t>
            </a:r>
            <a:r>
              <a:rPr lang="en-US" altLang="en-GB" sz="6600" b="1">
                <a:solidFill>
                  <a:srgbClr val="FFFFFF"/>
                </a:solidFill>
              </a:rPr>
              <a:t>R</a:t>
            </a:r>
            <a:r>
              <a:rPr lang="en-US" altLang="en-GB" sz="6600" b="1">
                <a:solidFill>
                  <a:srgbClr val="FFFFFF"/>
                </a:solidFill>
              </a:rPr>
              <a:t>A</a:t>
            </a:r>
            <a:r>
              <a:rPr lang="en-US" altLang="en-GB" sz="6600" b="1">
                <a:solidFill>
                  <a:srgbClr val="FFFFFF"/>
                </a:solidFill>
              </a:rPr>
              <a:t>N</a:t>
            </a:r>
            <a:r>
              <a:rPr lang="en-US" altLang="en-GB" sz="6600" b="1">
                <a:solidFill>
                  <a:srgbClr val="FFFFFF"/>
                </a:solidFill>
              </a:rPr>
              <a:t>S</a:t>
            </a:r>
            <a:r>
              <a:rPr lang="en-US" altLang="en-GB" sz="6600" b="1">
                <a:solidFill>
                  <a:srgbClr val="FFFFFF"/>
                </a:solidFill>
              </a:rPr>
              <a:t>P</a:t>
            </a:r>
            <a:r>
              <a:rPr lang="en-US" altLang="en-GB" sz="6600" b="1">
                <a:solidFill>
                  <a:srgbClr val="FFFFFF"/>
                </a:solidFill>
              </a:rPr>
              <a:t>O</a:t>
            </a:r>
            <a:r>
              <a:rPr lang="en-US" altLang="en-GB" sz="6600" b="1">
                <a:solidFill>
                  <a:srgbClr val="FFFFFF"/>
                </a:solidFill>
              </a:rPr>
              <a:t>R</a:t>
            </a:r>
            <a:r>
              <a:rPr lang="en-US" altLang="en-GB" sz="6600" b="1">
                <a:solidFill>
                  <a:srgbClr val="FFFFFF"/>
                </a:solidFill>
              </a:rPr>
              <a:t>TATION</a:t>
            </a:r>
            <a:r>
              <a:rPr lang="en-US" altLang="en-GB" sz="6600">
                <a:solidFill>
                  <a:srgbClr val="FFFFFF"/>
                </a:solidFill>
              </a:rPr>
              <a:t> </a:t>
            </a:r>
            <a:endParaRPr lang="en-IN" sz="6600">
              <a:solidFill>
                <a:srgbClr val="FFFFFF"/>
              </a:solidFill>
            </a:endParaRPr>
          </a:p>
        </p:txBody>
      </p:sp>
      <p:sp>
        <p:nvSpPr>
          <p:cNvPr id="1048670" name="Text Box 1048669"/>
          <p:cNvSpPr txBox="1"/>
          <p:nvPr/>
        </p:nvSpPr>
        <p:spPr>
          <a:xfrm>
            <a:off x="162158" y="1927909"/>
            <a:ext cx="12029842" cy="1106805"/>
          </a:xfrm>
          <a:prstGeom prst="rect">
            <a:avLst/>
          </a:prstGeom>
        </p:spPr>
        <p:txBody>
          <a:bodyPr wrap="square"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altLang="en-GB" sz="6600">
                <a:solidFill>
                  <a:srgbClr val="FFFFFF"/>
                </a:solidFill>
                <a:latin typeface="Arial" panose="020B0604020202020204"/>
              </a:rPr>
              <a:t> </a:t>
            </a:r>
            <a:r>
              <a:rPr lang="en-US" altLang="en-GB" sz="6600">
                <a:solidFill>
                  <a:srgbClr val="FFFFFF"/>
                </a:solidFill>
                <a:latin typeface="Arial" panose="020B0604020202020204"/>
              </a:rPr>
              <a:t> </a:t>
            </a:r>
            <a:r>
              <a:rPr lang="en-US" altLang="en-GB" sz="6600">
                <a:solidFill>
                  <a:srgbClr val="FFFFFF"/>
                </a:solidFill>
                <a:latin typeface="Arial" panose="020B0604020202020204"/>
              </a:rPr>
              <a:t>  </a:t>
            </a:r>
            <a:endParaRPr lang="en-IN" sz="6600">
              <a:solidFill>
                <a:srgbClr val="FFFFFF"/>
              </a:solidFill>
            </a:endParaRPr>
          </a:p>
        </p:txBody>
      </p:sp>
      <p:sp>
        <p:nvSpPr>
          <p:cNvPr id="1048671" name="Text Box 1048670"/>
          <p:cNvSpPr txBox="1"/>
          <p:nvPr/>
        </p:nvSpPr>
        <p:spPr>
          <a:xfrm>
            <a:off x="4096000" y="3219450"/>
            <a:ext cx="4000000" cy="1069339"/>
          </a:xfrm>
          <a:prstGeom prst="rect">
            <a:avLst/>
          </a:prstGeom>
        </p:spPr>
        <p:txBody>
          <a:bodyPr wrap="square" rtlCol="0">
            <a:spAutoFit/>
          </a:bodyPr>
          <a:p>
            <a:r>
              <a:rPr lang="en-US" altLang="en-GB" sz="6600" b="1">
                <a:solidFill>
                  <a:srgbClr val="FFFFFF"/>
                </a:solidFill>
              </a:rPr>
              <a:t>P</a:t>
            </a:r>
            <a:r>
              <a:rPr lang="en-US" altLang="en-GB" sz="6600" b="1">
                <a:solidFill>
                  <a:srgbClr val="FFFFFF"/>
                </a:solidFill>
              </a:rPr>
              <a:t>H</a:t>
            </a:r>
            <a:r>
              <a:rPr lang="en-US" altLang="en-GB" sz="6600" b="1">
                <a:solidFill>
                  <a:srgbClr val="FFFFFF"/>
                </a:solidFill>
              </a:rPr>
              <a:t>A</a:t>
            </a:r>
            <a:r>
              <a:rPr lang="en-US" altLang="en-GB" sz="6600" b="1">
                <a:solidFill>
                  <a:srgbClr val="FFFFFF"/>
                </a:solidFill>
              </a:rPr>
              <a:t>S</a:t>
            </a:r>
            <a:r>
              <a:rPr lang="en-US" altLang="en-GB" sz="6600" b="1">
                <a:solidFill>
                  <a:srgbClr val="FFFFFF"/>
                </a:solidFill>
              </a:rPr>
              <a:t>E</a:t>
            </a:r>
            <a:r>
              <a:rPr lang="en-US" altLang="en-GB" sz="6600" b="1">
                <a:solidFill>
                  <a:srgbClr val="FFFFFF"/>
                </a:solidFill>
              </a:rPr>
              <a:t>-</a:t>
            </a:r>
            <a:r>
              <a:rPr lang="en-US" altLang="en-GB" sz="6600" b="1">
                <a:solidFill>
                  <a:srgbClr val="FFFFFF"/>
                </a:solidFill>
              </a:rPr>
              <a:t>2</a:t>
            </a:r>
            <a:endParaRPr lang="en-IN" sz="6600" b="1">
              <a:solidFill>
                <a:srgbClr val="FFFFFF"/>
              </a:solidFill>
            </a:endParaRPr>
          </a:p>
        </p:txBody>
      </p:sp>
      <p:sp>
        <p:nvSpPr>
          <p:cNvPr id="1048673" name="Text Box 1048672"/>
          <p:cNvSpPr txBox="1"/>
          <p:nvPr/>
        </p:nvSpPr>
        <p:spPr>
          <a:xfrm>
            <a:off x="4070776" y="3219449"/>
            <a:ext cx="4000000" cy="1106805"/>
          </a:xfrm>
          <a:prstGeom prst="rect">
            <a:avLst/>
          </a:prstGeom>
        </p:spPr>
        <p:txBody>
          <a:bodyPr wrap="square"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altLang="en-GB" sz="6600" b="1">
                <a:solidFill>
                  <a:srgbClr val="FFFFFF"/>
                </a:solidFill>
                <a:latin typeface="Arial" panose="020B0604020202020204"/>
              </a:rPr>
              <a:t>-</a:t>
            </a:r>
            <a:endParaRPr lang="en-IN" sz="6600" b="1">
              <a:solidFill>
                <a:srgbClr val="FFFFFF"/>
              </a:solidFill>
            </a:endParaRPr>
          </a:p>
        </p:txBody>
      </p:sp>
    </p:spTree>
  </p:cSld>
  <p:clrMapOvr>
    <a:masterClrMapping/>
  </p:clrMapOvr>
  <p:timing>
    <p:tnLst>
      <p:par>
        <p:cTn id="1" dur="indefinite" restart="never" nodeType="tmRoot">
          <p:childTnLst>
            <p:video fullScrn="0">
              <p:cMediaNode>
                <p:cTn id="2" fill="hold" display="1">
                  <p:stCondLst>
                    <p:cond delay="indefinite"/>
                  </p:stCondLst>
                </p:cTn>
                <p:tgtEl>
                  <p:spTgt spid="2097152"/>
                </p:tgtEl>
              </p:cMediaNode>
            </p:video>
            <p:seq concurrent="1" nextAc="seek">
              <p:cTn id="3" restart="whenNotActive" fill="hold" evtFilter="cancelBubble" nodeType="interactiveSeq">
                <p:stCondLst>
                  <p:cond evt="onClick" delay="0">
                    <p:tgtEl>
                      <p:spTgt spid="2097152"/>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2097152"/>
                                        </p:tgtEl>
                                      </p:cBhvr>
                                    </p:cmd>
                                  </p:childTnLst>
                                </p:cTn>
                              </p:par>
                            </p:childTnLst>
                          </p:cTn>
                        </p:par>
                      </p:childTnLst>
                    </p:cTn>
                  </p:par>
                </p:childTnLst>
              </p:cTn>
              <p:nextCondLst>
                <p:cond evt="onClick" delay="0">
                  <p:tgtEl>
                    <p:spTgt spid="2097152"/>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6" name=""/>
        <p:cNvGrpSpPr/>
        <p:nvPr/>
      </p:nvGrpSpPr>
      <p:grpSpPr/>
      <p:sp>
        <p:nvSpPr>
          <p:cNvPr id="1048592" name="Title 1"/>
          <p:cNvSpPr>
            <a:spLocks noGrp="1"/>
          </p:cNvSpPr>
          <p:nvPr>
            <p:ph type="title"/>
          </p:nvPr>
        </p:nvSpPr>
        <p:spPr/>
        <p:txBody>
          <a:bodyPr/>
          <a:p>
            <a:endParaRPr lang="en-US"/>
          </a:p>
        </p:txBody>
      </p:sp>
      <p:pic>
        <p:nvPicPr>
          <p:cNvPr id="2097153" name="Content Placeholder 3" descr="Sealevel_Smart-Transportation"/>
          <p:cNvPicPr>
            <a:picLocks noChangeAspect="1"/>
          </p:cNvPicPr>
          <p:nvPr>
            <p:ph idx="1"/>
          </p:nvPr>
        </p:nvPicPr>
        <p:blipFill>
          <a:blip r:embed="rId1">
            <a:alphaModFix amt="75000"/>
          </a:blip>
          <a:stretch>
            <a:fillRect/>
          </a:stretch>
        </p:blipFill>
        <p:spPr>
          <a:xfrm>
            <a:off x="0" y="0"/>
            <a:ext cx="12192000" cy="6858000"/>
          </a:xfrm>
          <a:prstGeom prst="rect">
            <a:avLst/>
          </a:prstGeom>
        </p:spPr>
      </p:pic>
      <p:sp>
        <p:nvSpPr>
          <p:cNvPr id="1048593" name="Text Box 4"/>
          <p:cNvSpPr txBox="1"/>
          <p:nvPr/>
        </p:nvSpPr>
        <p:spPr>
          <a:xfrm>
            <a:off x="247015" y="196215"/>
            <a:ext cx="11798935" cy="6164580"/>
          </a:xfrm>
          <a:prstGeom prst="rect">
            <a:avLst/>
          </a:prstGeom>
          <a:noFill/>
        </p:spPr>
        <p:txBody>
          <a:bodyPr wrap="square" rtlCol="0">
            <a:noAutofit/>
          </a:bodyPr>
          <a:p>
            <a:endParaRPr lang="en-IN" sz="4800" dirty="0">
              <a:sym typeface="+mn-ea"/>
            </a:endParaRPr>
          </a:p>
          <a:p>
            <a:r>
              <a:rPr lang="en-IN" sz="4800" dirty="0">
                <a:ln>
                  <a:solidFill>
                    <a:sysClr val="windowText" lastClr="000000"/>
                  </a:solidFill>
                </a:ln>
                <a:solidFill>
                  <a:schemeClr val="bg1"/>
                </a:solidFill>
                <a:sym typeface="+mn-ea"/>
              </a:rPr>
              <a:t>INNOVATION:-</a:t>
            </a:r>
            <a:endParaRPr lang="en-IN" sz="4800" dirty="0">
              <a:solidFill>
                <a:schemeClr val="bg1"/>
              </a:solidFill>
              <a:sym typeface="+mn-ea"/>
            </a:endParaRPr>
          </a:p>
          <a:p>
            <a:pPr algn="l">
              <a:lnSpc>
                <a:spcPct val="90000"/>
              </a:lnSpc>
              <a:spcBef>
                <a:spcPts val="1000"/>
              </a:spcBef>
              <a:buFont typeface="Arial" panose="020B0604020202020204" pitchFamily="34" charset="0"/>
              <a:buNone/>
            </a:pPr>
            <a:r>
              <a:rPr lang="en-IN" altLang="en-US" sz="4800">
                <a:solidFill>
                  <a:schemeClr val="tx1"/>
                </a:solidFill>
              </a:rPr>
              <a:t> </a:t>
            </a:r>
            <a:r>
              <a:rPr lang="en-IN" altLang="en-US" sz="4800">
                <a:solidFill>
                  <a:schemeClr val="bg1"/>
                </a:solidFill>
              </a:rPr>
              <a:t>       </a:t>
            </a:r>
            <a:r>
              <a:rPr lang="en-IN" altLang="en-US" sz="3600">
                <a:solidFill>
                  <a:schemeClr val="bg1"/>
                </a:solidFill>
              </a:rPr>
              <a:t> </a:t>
            </a:r>
            <a:r>
              <a:rPr lang="en-US" sz="3600" dirty="0">
                <a:solidFill>
                  <a:schemeClr val="bg1"/>
                </a:solidFill>
                <a:effectLst/>
                <a:latin typeface="Söhne"/>
                <a:ea typeface="+mn-ea"/>
                <a:cs typeface="+mn-ea"/>
                <a:sym typeface="+mn-ea"/>
              </a:rPr>
              <a:t>Smart public transportation optimization involves the use of various technologies and systems to enhance the efficiency, safety, and accessibility of public transit services. Here are details on the components and technologies commonly used in smart public transportation optimization</a:t>
            </a:r>
            <a:r>
              <a:rPr lang="en-IN" altLang="en-US" sz="3600" dirty="0">
                <a:solidFill>
                  <a:schemeClr val="bg1"/>
                </a:solidFill>
                <a:effectLst/>
                <a:latin typeface="Söhne"/>
                <a:ea typeface="+mn-ea"/>
                <a:cs typeface="+mn-ea"/>
                <a:sym typeface="+mn-ea"/>
              </a:rPr>
              <a:t>.</a:t>
            </a:r>
            <a:endParaRPr lang="en-IN" sz="3600" dirty="0"/>
          </a:p>
          <a:p>
            <a:endParaRPr lang="en-IN" altLang="en-US" sz="360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7" name=""/>
        <p:cNvGrpSpPr/>
        <p:nvPr/>
      </p:nvGrpSpPr>
      <p:grpSpPr/>
      <p:sp>
        <p:nvSpPr>
          <p:cNvPr id="1048594" name="Title 1"/>
          <p:cNvSpPr>
            <a:spLocks noGrp="1"/>
          </p:cNvSpPr>
          <p:nvPr>
            <p:ph type="title"/>
          </p:nvPr>
        </p:nvSpPr>
        <p:spPr/>
        <p:txBody>
          <a:bodyPr/>
          <a:p>
            <a:endParaRPr lang="en-US"/>
          </a:p>
        </p:txBody>
      </p:sp>
      <p:pic>
        <p:nvPicPr>
          <p:cNvPr id="2097154" name="Content Placeholder 3" descr="smart-city-communication-network"/>
          <p:cNvPicPr>
            <a:picLocks noChangeAspect="1"/>
          </p:cNvPicPr>
          <p:nvPr>
            <p:ph idx="1"/>
          </p:nvPr>
        </p:nvPicPr>
        <p:blipFill>
          <a:blip r:embed="rId1">
            <a:alphaModFix amt="93000"/>
          </a:blip>
          <a:stretch>
            <a:fillRect/>
          </a:stretch>
        </p:blipFill>
        <p:spPr>
          <a:xfrm>
            <a:off x="0" y="0"/>
            <a:ext cx="12192635" cy="6858000"/>
          </a:xfrm>
          <a:prstGeom prst="rect">
            <a:avLst/>
          </a:prstGeom>
        </p:spPr>
      </p:pic>
      <p:sp>
        <p:nvSpPr>
          <p:cNvPr id="1048595" name="Text Box 4"/>
          <p:cNvSpPr txBox="1"/>
          <p:nvPr/>
        </p:nvSpPr>
        <p:spPr>
          <a:xfrm>
            <a:off x="236220" y="266700"/>
            <a:ext cx="11795760" cy="6344285"/>
          </a:xfrm>
          <a:prstGeom prst="rect">
            <a:avLst/>
          </a:prstGeom>
          <a:noFill/>
        </p:spPr>
        <p:txBody>
          <a:bodyPr wrap="square" rtlCol="0">
            <a:noAutofit/>
          </a:bodyPr>
          <a:p>
            <a:endParaRPr lang="en-US" sz="2800" dirty="0">
              <a:solidFill>
                <a:schemeClr val="bg1"/>
              </a:solidFill>
              <a:sym typeface="+mn-ea"/>
            </a:endParaRPr>
          </a:p>
          <a:p>
            <a:r>
              <a:rPr lang="en-US" sz="2800" dirty="0">
                <a:solidFill>
                  <a:schemeClr val="bg1"/>
                </a:solidFill>
                <a:sym typeface="+mn-ea"/>
              </a:rPr>
              <a:t>After thorough research, we came up with an innovative idea to solve the</a:t>
            </a:r>
            <a:endParaRPr lang="en-US" sz="2800" dirty="0">
              <a:solidFill>
                <a:schemeClr val="bg1"/>
              </a:solidFill>
            </a:endParaRPr>
          </a:p>
          <a:p>
            <a:pPr marL="0" indent="0">
              <a:buNone/>
            </a:pPr>
            <a:r>
              <a:rPr lang="en-US" sz="2800" dirty="0">
                <a:solidFill>
                  <a:schemeClr val="bg1"/>
                </a:solidFill>
                <a:sym typeface="+mn-ea"/>
              </a:rPr>
              <a:t>   problems that we have mentioned in phase 1 of our project.</a:t>
            </a:r>
            <a:endParaRPr lang="en-US" sz="2800" dirty="0">
              <a:solidFill>
                <a:schemeClr val="bg1"/>
              </a:solidFill>
            </a:endParaRPr>
          </a:p>
          <a:p>
            <a:r>
              <a:rPr lang="en-US" sz="2800" dirty="0">
                <a:solidFill>
                  <a:schemeClr val="bg1"/>
                </a:solidFill>
                <a:sym typeface="+mn-ea"/>
              </a:rPr>
              <a:t>Sensor</a:t>
            </a:r>
            <a:endParaRPr lang="en-US" sz="2800" dirty="0">
              <a:solidFill>
                <a:schemeClr val="bg1"/>
              </a:solidFill>
            </a:endParaRPr>
          </a:p>
          <a:p>
            <a:pPr marL="0" indent="0">
              <a:buNone/>
            </a:pPr>
            <a:r>
              <a:rPr lang="en-US" sz="2800" dirty="0">
                <a:solidFill>
                  <a:schemeClr val="bg1"/>
                </a:solidFill>
                <a:sym typeface="+mn-ea"/>
              </a:rPr>
              <a:t>     &gt; Cameras, Lidar, Radar, Ultrasonic sensors</a:t>
            </a:r>
            <a:endParaRPr lang="en-US" sz="2800" dirty="0">
              <a:solidFill>
                <a:schemeClr val="bg1"/>
              </a:solidFill>
            </a:endParaRPr>
          </a:p>
          <a:p>
            <a:pPr marL="0" indent="0">
              <a:buNone/>
            </a:pPr>
            <a:r>
              <a:rPr lang="en-US" sz="2800" dirty="0">
                <a:solidFill>
                  <a:schemeClr val="bg1"/>
                </a:solidFill>
                <a:sym typeface="+mn-ea"/>
              </a:rPr>
              <a:t>      &gt; GPS, Patient Monitoring Devices,  Collision Detection Sensors</a:t>
            </a:r>
            <a:endParaRPr lang="en-US" sz="2800" dirty="0">
              <a:solidFill>
                <a:schemeClr val="bg1"/>
              </a:solidFill>
            </a:endParaRPr>
          </a:p>
          <a:p>
            <a:pPr marL="0" indent="0">
              <a:buNone/>
            </a:pPr>
            <a:r>
              <a:rPr lang="en-US" sz="2800" dirty="0">
                <a:solidFill>
                  <a:schemeClr val="bg1"/>
                </a:solidFill>
                <a:sym typeface="+mn-ea"/>
              </a:rPr>
              <a:t>     &gt; Axle Counters, Train Health Monitoring Sensors, Speed Sensors</a:t>
            </a:r>
            <a:endParaRPr lang="en-US" sz="2800" dirty="0">
              <a:solidFill>
                <a:schemeClr val="bg1"/>
              </a:solidFill>
            </a:endParaRPr>
          </a:p>
          <a:p>
            <a:pPr marL="0" indent="0">
              <a:buNone/>
            </a:pPr>
            <a:r>
              <a:rPr lang="en-US" sz="2800" dirty="0">
                <a:solidFill>
                  <a:schemeClr val="bg1"/>
                </a:solidFill>
                <a:sym typeface="+mn-ea"/>
              </a:rPr>
              <a:t>      &gt; Passenger Counting Sensors, Environmental Sensors, Door Sensors</a:t>
            </a:r>
            <a:endParaRPr lang="en-US" sz="2800" dirty="0">
              <a:solidFill>
                <a:schemeClr val="bg1"/>
              </a:solidFill>
            </a:endParaRPr>
          </a:p>
          <a:p>
            <a:r>
              <a:rPr lang="en-US" sz="2800" dirty="0">
                <a:solidFill>
                  <a:schemeClr val="bg1"/>
                </a:solidFill>
                <a:sym typeface="+mn-ea"/>
              </a:rPr>
              <a:t>Connectivity</a:t>
            </a:r>
            <a:endParaRPr lang="en-US" sz="2800" dirty="0">
              <a:solidFill>
                <a:schemeClr val="bg1"/>
              </a:solidFill>
            </a:endParaRPr>
          </a:p>
          <a:p>
            <a:pPr marL="0" indent="0">
              <a:buNone/>
            </a:pPr>
            <a:r>
              <a:rPr lang="en-US" sz="2800" dirty="0">
                <a:solidFill>
                  <a:schemeClr val="bg1"/>
                </a:solidFill>
                <a:sym typeface="+mn-ea"/>
              </a:rPr>
              <a:t>      &gt; DSRC</a:t>
            </a:r>
            <a:endParaRPr lang="en-US" sz="2800" dirty="0">
              <a:solidFill>
                <a:schemeClr val="bg1"/>
              </a:solidFill>
            </a:endParaRPr>
          </a:p>
          <a:p>
            <a:pPr marL="0" indent="0">
              <a:buNone/>
            </a:pPr>
            <a:r>
              <a:rPr lang="en-US" sz="2800" dirty="0">
                <a:solidFill>
                  <a:schemeClr val="bg1"/>
                </a:solidFill>
                <a:sym typeface="+mn-ea"/>
              </a:rPr>
              <a:t>      &gt;MDTs, ESN, Satellite Communication</a:t>
            </a:r>
            <a:endParaRPr lang="en-US" sz="2800" dirty="0">
              <a:solidFill>
                <a:schemeClr val="bg1"/>
              </a:solidFill>
            </a:endParaRPr>
          </a:p>
          <a:p>
            <a:pPr marL="0" indent="0">
              <a:buNone/>
            </a:pPr>
            <a:r>
              <a:rPr lang="en-US" sz="2800" dirty="0">
                <a:solidFill>
                  <a:schemeClr val="bg1"/>
                </a:solidFill>
                <a:sym typeface="+mn-ea"/>
              </a:rPr>
              <a:t>      &gt; Trackside Communication</a:t>
            </a:r>
            <a:endParaRPr lang="en-US" sz="2800" dirty="0">
              <a:solidFill>
                <a:schemeClr val="bg1"/>
              </a:solidFill>
            </a:endParaRPr>
          </a:p>
          <a:p>
            <a:pPr marL="0" indent="0">
              <a:buNone/>
            </a:pPr>
            <a:r>
              <a:rPr lang="en-US" sz="2800" dirty="0">
                <a:solidFill>
                  <a:schemeClr val="bg1"/>
                </a:solidFill>
                <a:sym typeface="+mn-ea"/>
              </a:rPr>
              <a:t>      &gt; Wireless Communication Networks</a:t>
            </a:r>
            <a:endParaRPr lang="en-US" sz="2800" dirty="0">
              <a:solidFill>
                <a:schemeClr val="bg1"/>
              </a:solidFill>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8" name=""/>
        <p:cNvGrpSpPr/>
        <p:nvPr/>
      </p:nvGrpSpPr>
      <p:grpSpPr/>
      <p:sp>
        <p:nvSpPr>
          <p:cNvPr id="1048596" name="Title 1"/>
          <p:cNvSpPr>
            <a:spLocks noGrp="1"/>
          </p:cNvSpPr>
          <p:nvPr>
            <p:ph type="title"/>
          </p:nvPr>
        </p:nvSpPr>
        <p:spPr/>
        <p:txBody>
          <a:bodyPr/>
          <a:p>
            <a:endParaRPr lang="en-US"/>
          </a:p>
        </p:txBody>
      </p:sp>
      <p:pic>
        <p:nvPicPr>
          <p:cNvPr id="2097155" name="Content Placeholder 5" descr="smart-city-communication-network"/>
          <p:cNvPicPr>
            <a:picLocks noChangeAspect="1"/>
          </p:cNvPicPr>
          <p:nvPr>
            <p:ph idx="1"/>
          </p:nvPr>
        </p:nvPicPr>
        <p:blipFill>
          <a:blip r:embed="rId1">
            <a:alphaModFix amt="95000"/>
          </a:blip>
          <a:stretch>
            <a:fillRect/>
          </a:stretch>
        </p:blipFill>
        <p:spPr>
          <a:xfrm>
            <a:off x="0" y="0"/>
            <a:ext cx="12192000" cy="6857365"/>
          </a:xfrm>
          <a:prstGeom prst="rect">
            <a:avLst/>
          </a:prstGeom>
        </p:spPr>
      </p:pic>
      <p:sp>
        <p:nvSpPr>
          <p:cNvPr id="1048597" name="Text Box 6"/>
          <p:cNvSpPr txBox="1"/>
          <p:nvPr/>
        </p:nvSpPr>
        <p:spPr>
          <a:xfrm>
            <a:off x="291465" y="349250"/>
            <a:ext cx="11760835" cy="6276340"/>
          </a:xfrm>
          <a:prstGeom prst="rect">
            <a:avLst/>
          </a:prstGeom>
          <a:noFill/>
        </p:spPr>
        <p:txBody>
          <a:bodyPr wrap="square" rtlCol="0">
            <a:noAutofit/>
          </a:bodyPr>
          <a:p>
            <a:endParaRPr lang="en-IN" sz="2800" dirty="0">
              <a:solidFill>
                <a:schemeClr val="bg1"/>
              </a:solidFill>
              <a:sym typeface="+mn-ea"/>
            </a:endParaRPr>
          </a:p>
          <a:p>
            <a:r>
              <a:rPr lang="en-IN" sz="2800" dirty="0">
                <a:solidFill>
                  <a:schemeClr val="bg1"/>
                </a:solidFill>
                <a:sym typeface="+mn-ea"/>
              </a:rPr>
              <a:t>Cloud</a:t>
            </a:r>
            <a:endParaRPr lang="en-IN" sz="2800" dirty="0">
              <a:solidFill>
                <a:schemeClr val="bg1"/>
              </a:solidFill>
            </a:endParaRPr>
          </a:p>
          <a:p>
            <a:pPr marL="0" indent="0">
              <a:buNone/>
            </a:pPr>
            <a:r>
              <a:rPr lang="en-IN" sz="2800" dirty="0">
                <a:solidFill>
                  <a:schemeClr val="bg1"/>
                </a:solidFill>
                <a:sym typeface="+mn-ea"/>
              </a:rPr>
              <a:t>     &gt; Alert Generation, Data Sharing</a:t>
            </a:r>
            <a:endParaRPr lang="en-IN" sz="2800" dirty="0">
              <a:solidFill>
                <a:schemeClr val="bg1"/>
              </a:solidFill>
            </a:endParaRPr>
          </a:p>
          <a:p>
            <a:pPr marL="0" indent="0">
              <a:buNone/>
            </a:pPr>
            <a:r>
              <a:rPr lang="en-IN" sz="2800" dirty="0">
                <a:solidFill>
                  <a:schemeClr val="bg1"/>
                </a:solidFill>
                <a:sym typeface="+mn-ea"/>
              </a:rPr>
              <a:t>     &gt;  Data Analytics and Reporting</a:t>
            </a:r>
            <a:endParaRPr lang="en-IN" sz="2800" dirty="0">
              <a:solidFill>
                <a:schemeClr val="bg1"/>
              </a:solidFill>
            </a:endParaRPr>
          </a:p>
          <a:p>
            <a:r>
              <a:rPr lang="en-IN" sz="2800" dirty="0">
                <a:solidFill>
                  <a:schemeClr val="bg1"/>
                </a:solidFill>
                <a:sym typeface="+mn-ea"/>
              </a:rPr>
              <a:t>Protocol</a:t>
            </a:r>
            <a:endParaRPr lang="en-IN" sz="2800" dirty="0">
              <a:solidFill>
                <a:schemeClr val="bg1"/>
              </a:solidFill>
            </a:endParaRPr>
          </a:p>
          <a:p>
            <a:pPr marL="0" indent="0">
              <a:buNone/>
            </a:pPr>
            <a:r>
              <a:rPr lang="en-IN" sz="2800" dirty="0">
                <a:solidFill>
                  <a:schemeClr val="bg1"/>
                </a:solidFill>
                <a:sym typeface="+mn-ea"/>
              </a:rPr>
              <a:t>     &gt; IEEE 802.11p</a:t>
            </a:r>
            <a:endParaRPr lang="en-IN" sz="2800" dirty="0">
              <a:solidFill>
                <a:schemeClr val="bg1"/>
              </a:solidFill>
            </a:endParaRPr>
          </a:p>
          <a:p>
            <a:pPr marL="0" indent="0">
              <a:buNone/>
            </a:pPr>
            <a:r>
              <a:rPr lang="en-IN" sz="2800" dirty="0">
                <a:solidFill>
                  <a:schemeClr val="bg1"/>
                </a:solidFill>
                <a:sym typeface="+mn-ea"/>
              </a:rPr>
              <a:t>     &gt; EMS, Communication Protocols</a:t>
            </a:r>
            <a:endParaRPr lang="en-IN" sz="2800" dirty="0">
              <a:solidFill>
                <a:schemeClr val="bg1"/>
              </a:solidFill>
            </a:endParaRPr>
          </a:p>
          <a:p>
            <a:pPr marL="0" indent="0">
              <a:buNone/>
            </a:pPr>
            <a:r>
              <a:rPr lang="en-IN" sz="2800" dirty="0">
                <a:solidFill>
                  <a:schemeClr val="bg1"/>
                </a:solidFill>
                <a:sym typeface="+mn-ea"/>
              </a:rPr>
              <a:t>     &gt; Train control Protocols</a:t>
            </a:r>
            <a:endParaRPr lang="en-IN" sz="2800" dirty="0">
              <a:solidFill>
                <a:schemeClr val="bg1"/>
              </a:solidFill>
            </a:endParaRPr>
          </a:p>
          <a:p>
            <a:pPr marL="0" indent="0">
              <a:buNone/>
            </a:pPr>
            <a:r>
              <a:rPr lang="en-IN" sz="2800" dirty="0">
                <a:solidFill>
                  <a:schemeClr val="bg1"/>
                </a:solidFill>
                <a:sym typeface="+mn-ea"/>
              </a:rPr>
              <a:t>     &gt; ITS</a:t>
            </a:r>
            <a:endParaRPr lang="en-IN" sz="2800" dirty="0">
              <a:solidFill>
                <a:schemeClr val="bg1"/>
              </a:solidFill>
            </a:endParaRPr>
          </a:p>
          <a:p>
            <a:r>
              <a:rPr lang="en-IN" sz="2800" dirty="0">
                <a:solidFill>
                  <a:schemeClr val="bg1"/>
                </a:solidFill>
                <a:sym typeface="+mn-ea"/>
              </a:rPr>
              <a:t>Public Platform</a:t>
            </a:r>
            <a:endParaRPr lang="en-IN" sz="2800" dirty="0">
              <a:solidFill>
                <a:schemeClr val="bg1"/>
              </a:solidFill>
            </a:endParaRPr>
          </a:p>
          <a:p>
            <a:pPr marL="0" indent="0">
              <a:buNone/>
            </a:pPr>
            <a:r>
              <a:rPr lang="en-IN" sz="2800" dirty="0">
                <a:solidFill>
                  <a:schemeClr val="bg1"/>
                </a:solidFill>
                <a:sym typeface="+mn-ea"/>
              </a:rPr>
              <a:t>   &gt; Smart City Initiatives, TMA, </a:t>
            </a:r>
            <a:endParaRPr lang="en-IN" sz="2800" dirty="0">
              <a:solidFill>
                <a:schemeClr val="bg1"/>
              </a:solidFill>
            </a:endParaRPr>
          </a:p>
          <a:p>
            <a:pPr marL="0" indent="0">
              <a:buNone/>
            </a:pPr>
            <a:r>
              <a:rPr lang="en-IN" sz="2800" dirty="0">
                <a:solidFill>
                  <a:schemeClr val="bg1"/>
                </a:solidFill>
                <a:sym typeface="+mn-ea"/>
              </a:rPr>
              <a:t>   &gt; Public Alert Systems, IHS</a:t>
            </a:r>
            <a:endParaRPr lang="en-IN" sz="2800" dirty="0">
              <a:solidFill>
                <a:schemeClr val="bg1"/>
              </a:solidFill>
            </a:endParaRPr>
          </a:p>
          <a:p>
            <a:pPr marL="0" indent="0">
              <a:buNone/>
            </a:pPr>
            <a:r>
              <a:rPr lang="en-IN" sz="2800" dirty="0">
                <a:solidFill>
                  <a:schemeClr val="bg1"/>
                </a:solidFill>
                <a:sym typeface="+mn-ea"/>
              </a:rPr>
              <a:t>   &gt; Passenger Information Systems</a:t>
            </a:r>
            <a:endParaRPr lang="en-IN" sz="2800" dirty="0">
              <a:solidFill>
                <a:schemeClr val="bg1"/>
              </a:solidFill>
            </a:endParaRPr>
          </a:p>
          <a:p>
            <a:pPr marL="0" indent="0">
              <a:buNone/>
            </a:pPr>
            <a:r>
              <a:rPr lang="en-IN" sz="2800" dirty="0">
                <a:solidFill>
                  <a:schemeClr val="bg1"/>
                </a:solidFill>
                <a:sym typeface="+mn-ea"/>
              </a:rPr>
              <a:t>   &gt; Transit Apps</a:t>
            </a:r>
            <a:endParaRPr lang="en-IN" sz="2800" dirty="0">
              <a:solidFill>
                <a:schemeClr val="bg1"/>
              </a:solidFill>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9" name=""/>
        <p:cNvGrpSpPr/>
        <p:nvPr/>
      </p:nvGrpSpPr>
      <p:grpSpPr/>
      <p:sp>
        <p:nvSpPr>
          <p:cNvPr id="1048598" name="Title 1"/>
          <p:cNvSpPr>
            <a:spLocks noGrp="1"/>
          </p:cNvSpPr>
          <p:nvPr>
            <p:ph type="title"/>
          </p:nvPr>
        </p:nvSpPr>
        <p:spPr/>
        <p:txBody>
          <a:bodyPr/>
          <a:p>
            <a:endParaRPr lang="en-US"/>
          </a:p>
        </p:txBody>
      </p:sp>
      <p:pic>
        <p:nvPicPr>
          <p:cNvPr id="2097156" name="Content Placeholder 3" descr="Computer technology backgrounds ppt"/>
          <p:cNvPicPr>
            <a:picLocks noChangeAspect="1"/>
          </p:cNvPicPr>
          <p:nvPr>
            <p:ph idx="1"/>
          </p:nvPr>
        </p:nvPicPr>
        <p:blipFill>
          <a:blip r:embed="rId1"/>
          <a:stretch>
            <a:fillRect/>
          </a:stretch>
        </p:blipFill>
        <p:spPr>
          <a:xfrm>
            <a:off x="-635" y="-635"/>
            <a:ext cx="12192635" cy="6859270"/>
          </a:xfrm>
          <a:prstGeom prst="rect">
            <a:avLst/>
          </a:prstGeom>
        </p:spPr>
      </p:pic>
      <p:sp>
        <p:nvSpPr>
          <p:cNvPr id="1048599" name="Text Box 4"/>
          <p:cNvSpPr txBox="1"/>
          <p:nvPr/>
        </p:nvSpPr>
        <p:spPr>
          <a:xfrm>
            <a:off x="-635" y="0"/>
            <a:ext cx="11760200" cy="6590665"/>
          </a:xfrm>
          <a:prstGeom prst="rect">
            <a:avLst/>
          </a:prstGeom>
          <a:noFill/>
        </p:spPr>
        <p:txBody>
          <a:bodyPr wrap="square" rtlCol="0">
            <a:noAutofit/>
          </a:bodyPr>
          <a:p>
            <a:r>
              <a:rPr lang="en-IN" sz="5400" b="1" dirty="0">
                <a:ln>
                  <a:solidFill>
                    <a:sysClr val="windowText" lastClr="000000"/>
                  </a:solidFill>
                </a:ln>
                <a:solidFill>
                  <a:schemeClr val="bg1"/>
                </a:solidFill>
                <a:sym typeface="+mn-ea"/>
              </a:rPr>
              <a:t>  SENSORS:-</a:t>
            </a:r>
            <a:endParaRPr lang="en-IN" sz="5400" b="1" dirty="0">
              <a:ln>
                <a:solidFill>
                  <a:sysClr val="windowText" lastClr="000000"/>
                </a:solidFill>
              </a:ln>
              <a:solidFill>
                <a:schemeClr val="bg1"/>
              </a:solidFill>
              <a:sym typeface="+mn-ea"/>
            </a:endParaRPr>
          </a:p>
          <a:p>
            <a:pPr marL="342900" indent="-342900">
              <a:buFont typeface="Arial" panose="020B0604020202020204" pitchFamily="34" charset="0"/>
              <a:buChar char="•"/>
            </a:pPr>
            <a:r>
              <a:rPr lang="en-US" sz="2400" dirty="0">
                <a:solidFill>
                  <a:schemeClr val="bg1"/>
                </a:solidFill>
                <a:sym typeface="+mn-ea"/>
              </a:rPr>
              <a:t>Cameras: Vehicles are often equipped with cameras that can capture images and videos of the surroundings. These cameras can be used for pedestrian detection and recognition.</a:t>
            </a:r>
            <a:endParaRPr lang="en-US" sz="2400" dirty="0">
              <a:solidFill>
                <a:schemeClr val="bg1"/>
              </a:solidFill>
            </a:endParaRPr>
          </a:p>
          <a:p>
            <a:pPr marL="342900" indent="-342900">
              <a:buFont typeface="Arial" panose="020B0604020202020204" pitchFamily="34" charset="0"/>
              <a:buChar char="•"/>
            </a:pPr>
            <a:r>
              <a:rPr lang="en-US" sz="2400" dirty="0">
                <a:solidFill>
                  <a:schemeClr val="bg1"/>
                </a:solidFill>
                <a:sym typeface="+mn-ea"/>
              </a:rPr>
              <a:t>Lidar (Light Detection and Ranging): Lidar sensors use laser beams to create detailed 3D maps of the environment around the vehicle. They can accurately detect pedestrians and their movements.</a:t>
            </a:r>
            <a:endParaRPr lang="en-US" sz="2400" dirty="0">
              <a:solidFill>
                <a:schemeClr val="bg1"/>
              </a:solidFill>
            </a:endParaRPr>
          </a:p>
          <a:p>
            <a:pPr marL="342900" indent="-342900">
              <a:buFont typeface="Arial" panose="020B0604020202020204" pitchFamily="34" charset="0"/>
              <a:buChar char="•"/>
            </a:pPr>
            <a:r>
              <a:rPr lang="en-US" sz="2400" dirty="0">
                <a:solidFill>
                  <a:schemeClr val="bg1"/>
                </a:solidFill>
                <a:sym typeface="+mn-ea"/>
              </a:rPr>
              <a:t>Radar: Radar sensors emit radio waves and measure the time it takes for the waves to bounce back after hitting objects. Radar is effective at detecting pedestrians, even in adverse weather conditions.</a:t>
            </a:r>
            <a:endParaRPr lang="en-US" sz="2400" dirty="0">
              <a:solidFill>
                <a:schemeClr val="bg1"/>
              </a:solidFill>
            </a:endParaRPr>
          </a:p>
          <a:p>
            <a:pPr marL="342900" indent="-342900">
              <a:buFont typeface="Arial" panose="020B0604020202020204" pitchFamily="34" charset="0"/>
              <a:buChar char="•"/>
            </a:pPr>
            <a:r>
              <a:rPr lang="en-US" sz="2400" dirty="0">
                <a:solidFill>
                  <a:schemeClr val="bg1"/>
                </a:solidFill>
                <a:sym typeface="+mn-ea"/>
              </a:rPr>
              <a:t>Ultrasonic Sensors: These sensors use sound waves to detect nearby objects and can contribute to proximity sensing, especially at lower speeds.</a:t>
            </a:r>
            <a:endParaRPr lang="en-US" sz="2400" dirty="0">
              <a:solidFill>
                <a:schemeClr val="bg1"/>
              </a:solidFill>
            </a:endParaRPr>
          </a:p>
          <a:p>
            <a:pPr marL="342900" indent="-342900">
              <a:buFont typeface="Arial" panose="020B0604020202020204" pitchFamily="34" charset="0"/>
              <a:buChar char="•"/>
            </a:pPr>
            <a:r>
              <a:rPr lang="en-US" sz="2400" dirty="0">
                <a:solidFill>
                  <a:schemeClr val="bg1"/>
                </a:solidFill>
                <a:sym typeface="+mn-ea"/>
              </a:rPr>
              <a:t>GPS (Global Positioning System): GPS sensors provide real-time location data for ambulances, enabling dispatchers to track their positions, optimize routing, and provide accurate estimated arrival times to emergency scenes and hospitals. </a:t>
            </a:r>
            <a:endParaRPr lang="en-US" sz="2400" dirty="0">
              <a:solidFill>
                <a:schemeClr val="bg1"/>
              </a:solidFill>
            </a:endParaRPr>
          </a:p>
          <a:p>
            <a:pPr marL="342900" indent="-342900">
              <a:buFont typeface="Arial" panose="020B0604020202020204" pitchFamily="34" charset="0"/>
              <a:buChar char="•"/>
            </a:pPr>
            <a:r>
              <a:rPr lang="en-US" sz="2400" dirty="0">
                <a:solidFill>
                  <a:schemeClr val="bg1"/>
                </a:solidFill>
                <a:sym typeface="+mn-ea"/>
              </a:rPr>
              <a:t>Patient Monitoring Devices: Ambulances may be equipped with advanced patient monitoring devices that can continuously track a patient's condition during transport and transmit this data to healthcare providers in real-time.</a:t>
            </a:r>
            <a:endParaRPr lang="en-US" sz="2400" dirty="0">
              <a:solidFill>
                <a:schemeClr val="bg1"/>
              </a:solidFill>
            </a:endParaRPr>
          </a:p>
          <a:p>
            <a:endParaRPr lang="en-US" sz="5400" dirty="0"/>
          </a:p>
          <a:p>
            <a:endParaRPr lang="en-US" sz="5400" dirty="0"/>
          </a:p>
          <a:p>
            <a:endParaRPr lang="en-IN" sz="5400" b="1" dirty="0">
              <a:ln>
                <a:solidFill>
                  <a:sysClr val="windowText" lastClr="000000"/>
                </a:solidFill>
              </a:ln>
              <a:solidFill>
                <a:schemeClr val="bg1"/>
              </a:solidFill>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p:sp>
        <p:nvSpPr>
          <p:cNvPr id="1048600" name="Title 1"/>
          <p:cNvSpPr>
            <a:spLocks noGrp="1"/>
          </p:cNvSpPr>
          <p:nvPr>
            <p:ph type="title"/>
          </p:nvPr>
        </p:nvSpPr>
        <p:spPr/>
        <p:txBody>
          <a:bodyPr/>
          <a:p>
            <a:endParaRPr lang="en-US"/>
          </a:p>
        </p:txBody>
      </p:sp>
      <p:pic>
        <p:nvPicPr>
          <p:cNvPr id="2097157" name="Content Placeholder 3" descr="Computer technology backgrounds ppt"/>
          <p:cNvPicPr>
            <a:picLocks noChangeAspect="1"/>
          </p:cNvPicPr>
          <p:nvPr>
            <p:ph idx="1"/>
          </p:nvPr>
        </p:nvPicPr>
        <p:blipFill>
          <a:blip r:embed="rId1"/>
          <a:stretch>
            <a:fillRect/>
          </a:stretch>
        </p:blipFill>
        <p:spPr>
          <a:xfrm>
            <a:off x="0" y="0"/>
            <a:ext cx="12191365" cy="6859270"/>
          </a:xfrm>
          <a:prstGeom prst="rect">
            <a:avLst/>
          </a:prstGeom>
        </p:spPr>
      </p:pic>
      <p:sp>
        <p:nvSpPr>
          <p:cNvPr id="1048601" name="Text Box 4"/>
          <p:cNvSpPr txBox="1"/>
          <p:nvPr/>
        </p:nvSpPr>
        <p:spPr>
          <a:xfrm>
            <a:off x="168275" y="103505"/>
            <a:ext cx="11800205" cy="6409055"/>
          </a:xfrm>
          <a:prstGeom prst="rect">
            <a:avLst/>
          </a:prstGeom>
          <a:noFill/>
        </p:spPr>
        <p:txBody>
          <a:bodyPr wrap="square" rtlCol="0">
            <a:noAutofit/>
          </a:bodyPr>
          <a:p>
            <a:pPr marL="342900" indent="-342900">
              <a:buFont typeface="Arial" panose="020B0604020202020204" pitchFamily="34" charset="0"/>
              <a:buChar char="•"/>
            </a:pPr>
            <a:r>
              <a:rPr lang="en-US" sz="2400" dirty="0">
                <a:solidFill>
                  <a:schemeClr val="bg1"/>
                </a:solidFill>
                <a:sym typeface="+mn-ea"/>
              </a:rPr>
              <a:t>Axle Counters: Axle counters are used for train detection and to maintain accurate train spacing. They help prevent collisions and manage train traffic.</a:t>
            </a:r>
            <a:endParaRPr lang="en-US" sz="2400" dirty="0">
              <a:solidFill>
                <a:schemeClr val="bg1"/>
              </a:solidFill>
            </a:endParaRPr>
          </a:p>
          <a:p>
            <a:pPr marL="342900" indent="-342900">
              <a:buFont typeface="Arial" panose="020B0604020202020204" pitchFamily="34" charset="0"/>
              <a:buChar char="•"/>
            </a:pPr>
            <a:r>
              <a:rPr lang="en-US" sz="2400" dirty="0">
                <a:solidFill>
                  <a:schemeClr val="bg1"/>
                </a:solidFill>
                <a:sym typeface="+mn-ea"/>
              </a:rPr>
              <a:t>Train Health Monitoring Sensors: Sensors can be installed on trains to monitor the condition of critical components such as brakes, bearings, and suspension systems. This data helps in predictive maintenance and reduces downtime.</a:t>
            </a:r>
            <a:endParaRPr lang="en-US" sz="2400" dirty="0">
              <a:solidFill>
                <a:schemeClr val="bg1"/>
              </a:solidFill>
            </a:endParaRPr>
          </a:p>
          <a:p>
            <a:pPr marL="342900" indent="-342900">
              <a:buFont typeface="Arial" panose="020B0604020202020204" pitchFamily="34" charset="0"/>
              <a:buChar char="•"/>
            </a:pPr>
            <a:r>
              <a:rPr lang="en-US" sz="2400" dirty="0">
                <a:solidFill>
                  <a:schemeClr val="bg1"/>
                </a:solidFill>
                <a:sym typeface="+mn-ea"/>
              </a:rPr>
              <a:t>Speed Sensors: Speed sensors are used to monitor train speed, ensuring that trains adhere to speed limits and operate safely.</a:t>
            </a:r>
            <a:endParaRPr lang="en-US" sz="2400" dirty="0">
              <a:solidFill>
                <a:schemeClr val="bg1"/>
              </a:solidFill>
            </a:endParaRPr>
          </a:p>
          <a:p>
            <a:pPr marL="342900" indent="-342900">
              <a:buFont typeface="Arial" panose="020B0604020202020204" pitchFamily="34" charset="0"/>
              <a:buChar char="•"/>
            </a:pPr>
            <a:r>
              <a:rPr lang="en-US" sz="2400" dirty="0">
                <a:solidFill>
                  <a:schemeClr val="bg1"/>
                </a:solidFill>
                <a:sym typeface="+mn-ea"/>
              </a:rPr>
              <a:t>GPS (Global Positioning System): GPS sensors are used to track the real-time location of buses. They enable route planning, schedule adherence, and accurate arrival time predictions.</a:t>
            </a:r>
            <a:endParaRPr lang="en-US" sz="2400" dirty="0">
              <a:solidFill>
                <a:schemeClr val="bg1"/>
              </a:solidFill>
            </a:endParaRPr>
          </a:p>
          <a:p>
            <a:pPr marL="342900" indent="-342900">
              <a:buFont typeface="Arial" panose="020B0604020202020204" pitchFamily="34" charset="0"/>
              <a:buChar char="•"/>
            </a:pPr>
            <a:r>
              <a:rPr lang="en-US" sz="2400" dirty="0">
                <a:solidFill>
                  <a:schemeClr val="bg1"/>
                </a:solidFill>
                <a:sym typeface="+mn-ea"/>
              </a:rPr>
              <a:t>Passenger Counting Sensors: Sensors placed at bus doors or inside the vehicle count passengers as they board and disembark. This data aids in optimizing routes and resource allocation.</a:t>
            </a:r>
            <a:endParaRPr lang="en-US" sz="2400" dirty="0">
              <a:solidFill>
                <a:schemeClr val="bg1"/>
              </a:solidFill>
            </a:endParaRPr>
          </a:p>
          <a:p>
            <a:pPr marL="342900" indent="-342900">
              <a:buFont typeface="Arial" panose="020B0604020202020204" pitchFamily="34" charset="0"/>
              <a:buChar char="•"/>
            </a:pPr>
            <a:r>
              <a:rPr lang="en-US" sz="2400" dirty="0">
                <a:solidFill>
                  <a:schemeClr val="bg1"/>
                </a:solidFill>
                <a:sym typeface="+mn-ea"/>
              </a:rPr>
              <a:t>Door Sensors: These sensors detect door opening and closing, ensuring safe boarding and alighting of passengers</a:t>
            </a:r>
            <a:endParaRPr lang="en-US" sz="2400" dirty="0">
              <a:solidFill>
                <a:schemeClr val="bg1"/>
              </a:solidFill>
            </a:endParaRPr>
          </a:p>
          <a:p>
            <a:pPr marL="342900" indent="-342900">
              <a:buFont typeface="Arial" panose="020B0604020202020204" pitchFamily="34" charset="0"/>
              <a:buChar char="•"/>
            </a:pPr>
            <a:r>
              <a:rPr lang="en-US" sz="2400" dirty="0">
                <a:solidFill>
                  <a:schemeClr val="bg1"/>
                </a:solidFill>
                <a:sym typeface="+mn-ea"/>
              </a:rPr>
              <a:t>Collision Detection Sensors: These sensors can detect accidents or sudden deceleration and trigger emergency alerts or safety measures, such as airbag deployment.</a:t>
            </a:r>
            <a:endParaRPr lang="en-US" sz="2400" dirty="0">
              <a:solidFill>
                <a:schemeClr val="bg1"/>
              </a:solidFill>
            </a:endParaRPr>
          </a:p>
          <a:p>
            <a:endParaRPr lang="en-US" sz="24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p:sp>
        <p:nvSpPr>
          <p:cNvPr id="1048602" name="Title 1"/>
          <p:cNvSpPr>
            <a:spLocks noGrp="1"/>
          </p:cNvSpPr>
          <p:nvPr>
            <p:ph type="title"/>
          </p:nvPr>
        </p:nvSpPr>
        <p:spPr/>
        <p:txBody>
          <a:bodyPr/>
          <a:p>
            <a:endParaRPr lang="en-US"/>
          </a:p>
        </p:txBody>
      </p:sp>
      <p:pic>
        <p:nvPicPr>
          <p:cNvPr id="2097158" name="Content Placeholder 3" descr="1_oRAAynj6pfRnl6cy2onGqA"/>
          <p:cNvPicPr>
            <a:picLocks noChangeAspect="1"/>
          </p:cNvPicPr>
          <p:nvPr>
            <p:ph idx="1"/>
          </p:nvPr>
        </p:nvPicPr>
        <p:blipFill>
          <a:blip r:embed="rId1">
            <a:alphaModFix amt="72000"/>
          </a:blip>
          <a:stretch>
            <a:fillRect/>
          </a:stretch>
        </p:blipFill>
        <p:spPr>
          <a:xfrm>
            <a:off x="0" y="0"/>
            <a:ext cx="12191365" cy="6858000"/>
          </a:xfrm>
          <a:prstGeom prst="rect">
            <a:avLst/>
          </a:prstGeom>
        </p:spPr>
      </p:pic>
      <p:sp>
        <p:nvSpPr>
          <p:cNvPr id="1048603" name="Text Box 4"/>
          <p:cNvSpPr txBox="1"/>
          <p:nvPr/>
        </p:nvSpPr>
        <p:spPr>
          <a:xfrm>
            <a:off x="211455" y="179070"/>
            <a:ext cx="11734800" cy="6452870"/>
          </a:xfrm>
          <a:prstGeom prst="rect">
            <a:avLst/>
          </a:prstGeom>
          <a:noFill/>
        </p:spPr>
        <p:txBody>
          <a:bodyPr wrap="square" rtlCol="0">
            <a:noAutofit/>
          </a:bodyPr>
          <a:p>
            <a:r>
              <a:rPr lang="en-IN" sz="4000" b="1" dirty="0">
                <a:ln>
                  <a:solidFill>
                    <a:schemeClr val="tx1"/>
                  </a:solidFill>
                </a:ln>
                <a:solidFill>
                  <a:schemeClr val="bg1"/>
                </a:solidFill>
                <a:sym typeface="+mn-ea"/>
              </a:rPr>
              <a:t>CONNECTIVITY:-</a:t>
            </a:r>
            <a:endParaRPr lang="en-IN" sz="4000" b="1" dirty="0">
              <a:ln>
                <a:solidFill>
                  <a:schemeClr val="tx1"/>
                </a:solidFill>
              </a:ln>
              <a:solidFill>
                <a:schemeClr val="bg1"/>
              </a:solidFill>
              <a:sym typeface="+mn-ea"/>
            </a:endParaRPr>
          </a:p>
          <a:p>
            <a:endParaRPr lang="en-US" sz="2000" dirty="0">
              <a:solidFill>
                <a:schemeClr val="tx1"/>
              </a:solidFill>
              <a:effectLst>
                <a:outerShdw blurRad="38100" dist="19050" dir="2700000" algn="tl" rotWithShape="0">
                  <a:schemeClr val="dk1">
                    <a:alpha val="40000"/>
                  </a:schemeClr>
                </a:outerShdw>
              </a:effectLst>
              <a:sym typeface="+mn-ea"/>
            </a:endParaRPr>
          </a:p>
          <a:p>
            <a:pPr marL="342900" indent="-342900">
              <a:buFont typeface="Arial" panose="020B0604020202020204" pitchFamily="34" charset="0"/>
              <a:buChar char="•"/>
            </a:pPr>
            <a:r>
              <a:rPr lang="en-US" sz="2000" dirty="0">
                <a:solidFill>
                  <a:schemeClr val="tx1"/>
                </a:solidFill>
                <a:effectLst>
                  <a:outerShdw blurRad="38100" dist="19050" dir="2700000" algn="tl" rotWithShape="0">
                    <a:schemeClr val="dk1">
                      <a:alpha val="40000"/>
                    </a:schemeClr>
                  </a:outerShdw>
                </a:effectLst>
                <a:sym typeface="+mn-ea"/>
              </a:rPr>
              <a:t>Dedicated Short-Range Communications (DSRC): DSRC is a wireless communication protocol designed for V2X communication, including V2P. It operates in the 5.9 GHz frequency band and allows vehicles to exchange safety-related information with pedestrians and other road users.</a:t>
            </a:r>
            <a:endParaRPr lang="en-US" sz="2000" dirty="0">
              <a:solidFill>
                <a:schemeClr val="tx1"/>
              </a:solidFill>
              <a:effectLst>
                <a:outerShdw blurRad="38100" dist="19050" dir="2700000" algn="tl" rotWithShape="0">
                  <a:schemeClr val="dk1">
                    <a:alpha val="40000"/>
                  </a:schemeClr>
                </a:outerShdw>
              </a:effectLst>
            </a:endParaRPr>
          </a:p>
          <a:p>
            <a:pPr marL="342900" indent="-342900">
              <a:buFont typeface="Arial" panose="020B0604020202020204" pitchFamily="34" charset="0"/>
              <a:buChar char="•"/>
            </a:pPr>
            <a:r>
              <a:rPr lang="en-US" sz="2000" dirty="0">
                <a:solidFill>
                  <a:schemeClr val="tx1"/>
                </a:solidFill>
                <a:effectLst>
                  <a:outerShdw blurRad="38100" dist="19050" dir="2700000" algn="tl" rotWithShape="0">
                    <a:schemeClr val="dk1">
                      <a:alpha val="40000"/>
                    </a:schemeClr>
                  </a:outerShdw>
                </a:effectLst>
                <a:sym typeface="+mn-ea"/>
              </a:rPr>
              <a:t>Mobile Data Terminals (MDTs): MDTs provide a link between ambulances and dispatch centers, hospitals, and healthcare professionals. They enable the exchange of patient information, routing instructions, and communication with medical experts.</a:t>
            </a:r>
            <a:endParaRPr lang="en-US" sz="2000" dirty="0">
              <a:solidFill>
                <a:schemeClr val="tx1"/>
              </a:solidFill>
              <a:effectLst>
                <a:outerShdw blurRad="38100" dist="19050" dir="2700000" algn="tl" rotWithShape="0">
                  <a:schemeClr val="dk1">
                    <a:alpha val="40000"/>
                  </a:schemeClr>
                </a:outerShdw>
              </a:effectLst>
            </a:endParaRPr>
          </a:p>
          <a:p>
            <a:pPr marL="342900" indent="-342900">
              <a:buFont typeface="Arial" panose="020B0604020202020204" pitchFamily="34" charset="0"/>
              <a:buChar char="•"/>
            </a:pPr>
            <a:r>
              <a:rPr lang="en-US" sz="2000" dirty="0">
                <a:solidFill>
                  <a:schemeClr val="tx1"/>
                </a:solidFill>
                <a:effectLst>
                  <a:outerShdw blurRad="38100" dist="19050" dir="2700000" algn="tl" rotWithShape="0">
                    <a:schemeClr val="dk1">
                      <a:alpha val="40000"/>
                    </a:schemeClr>
                  </a:outerShdw>
                </a:effectLst>
                <a:sym typeface="+mn-ea"/>
              </a:rPr>
              <a:t>Satellite Communication: In areas with poor or no cellular coverage, ambulances may rely on satellite communication to maintain connectivity.</a:t>
            </a:r>
            <a:endParaRPr lang="en-US" sz="2000" dirty="0">
              <a:solidFill>
                <a:schemeClr val="tx1"/>
              </a:solidFill>
              <a:effectLst>
                <a:outerShdw blurRad="38100" dist="19050" dir="2700000" algn="tl" rotWithShape="0">
                  <a:schemeClr val="dk1">
                    <a:alpha val="40000"/>
                  </a:schemeClr>
                </a:outerShdw>
              </a:effectLst>
            </a:endParaRPr>
          </a:p>
          <a:p>
            <a:pPr marL="342900" indent="-342900">
              <a:buFont typeface="Arial" panose="020B0604020202020204" pitchFamily="34" charset="0"/>
              <a:buChar char="•"/>
            </a:pPr>
            <a:r>
              <a:rPr lang="en-US" sz="2000" dirty="0">
                <a:solidFill>
                  <a:schemeClr val="tx1"/>
                </a:solidFill>
                <a:effectLst>
                  <a:outerShdw blurRad="38100" dist="19050" dir="2700000" algn="tl" rotWithShape="0">
                    <a:schemeClr val="dk1">
                      <a:alpha val="40000"/>
                    </a:schemeClr>
                  </a:outerShdw>
                </a:effectLst>
                <a:sym typeface="+mn-ea"/>
              </a:rPr>
              <a:t>Emergency Services Network (ESN): Some regions have dedicated emergency services networks that prioritize communication for first responders, including ambulances, ensuring they have reliable connectivity during emergencies.</a:t>
            </a:r>
            <a:endParaRPr lang="en-US" sz="2000" dirty="0">
              <a:solidFill>
                <a:schemeClr val="tx1"/>
              </a:solidFill>
              <a:effectLst>
                <a:outerShdw blurRad="38100" dist="19050" dir="2700000" algn="tl" rotWithShape="0">
                  <a:schemeClr val="dk1">
                    <a:alpha val="40000"/>
                  </a:schemeClr>
                </a:outerShdw>
              </a:effectLst>
            </a:endParaRPr>
          </a:p>
          <a:p>
            <a:pPr marL="342900" indent="-342900">
              <a:buFont typeface="Arial" panose="020B0604020202020204" pitchFamily="34" charset="0"/>
              <a:buChar char="•"/>
            </a:pPr>
            <a:r>
              <a:rPr lang="en-US" sz="2000" dirty="0">
                <a:solidFill>
                  <a:schemeClr val="tx1"/>
                </a:solidFill>
                <a:effectLst>
                  <a:outerShdw blurRad="38100" dist="19050" dir="2700000" algn="tl" rotWithShape="0">
                    <a:schemeClr val="dk1">
                      <a:alpha val="40000"/>
                    </a:schemeClr>
                  </a:outerShdw>
                </a:effectLst>
                <a:sym typeface="+mn-ea"/>
              </a:rPr>
              <a:t>Trackside Communication: Fiber-optic or wireless communication networks along the tracks enable data transfer between trains and control centers. These networks are used for signaling, train control, and real-time updates.</a:t>
            </a:r>
            <a:endParaRPr lang="en-US" sz="2000" dirty="0">
              <a:solidFill>
                <a:schemeClr val="tx1"/>
              </a:solidFill>
              <a:effectLst>
                <a:outerShdw blurRad="38100" dist="19050" dir="2700000" algn="tl" rotWithShape="0">
                  <a:schemeClr val="dk1">
                    <a:alpha val="40000"/>
                  </a:schemeClr>
                </a:outerShdw>
              </a:effectLst>
            </a:endParaRPr>
          </a:p>
          <a:p>
            <a:pPr marL="342900" indent="-342900">
              <a:buFont typeface="Arial" panose="020B0604020202020204" pitchFamily="34" charset="0"/>
              <a:buChar char="•"/>
            </a:pPr>
            <a:r>
              <a:rPr lang="en-US" sz="2000" dirty="0">
                <a:solidFill>
                  <a:schemeClr val="tx1"/>
                </a:solidFill>
                <a:effectLst>
                  <a:outerShdw blurRad="38100" dist="19050" dir="2700000" algn="tl" rotWithShape="0">
                    <a:schemeClr val="dk1">
                      <a:alpha val="40000"/>
                    </a:schemeClr>
                  </a:outerShdw>
                </a:effectLst>
                <a:sym typeface="+mn-ea"/>
              </a:rPr>
              <a:t>Wireless Communication Networks: Buses use wireless networks, including cellular and Wi-Fi, for passenger Wi-Fi access, real-time data exchange with control centers, and fleet management.</a:t>
            </a:r>
            <a:endParaRPr lang="en-US" sz="2000" dirty="0">
              <a:solidFill>
                <a:schemeClr val="tx1"/>
              </a:solidFill>
              <a:effectLst>
                <a:outerShdw blurRad="38100" dist="19050" dir="2700000" algn="tl" rotWithShape="0">
                  <a:schemeClr val="dk1">
                    <a:alpha val="40000"/>
                  </a:schemeClr>
                </a:outerShdw>
              </a:effectLst>
            </a:endParaRPr>
          </a:p>
          <a:p>
            <a:endParaRPr lang="en-US" sz="2000" b="1" dirty="0">
              <a:solidFill>
                <a:schemeClr val="tx1"/>
              </a:solidFill>
              <a:effectLst>
                <a:outerShdw blurRad="38100" dist="19050" dir="2700000" algn="tl" rotWithShape="0">
                  <a:schemeClr val="dk1">
                    <a:alpha val="40000"/>
                  </a:schemeClr>
                </a:outerShdw>
              </a:effectLst>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p:sp>
        <p:nvSpPr>
          <p:cNvPr id="1048604" name="Title 1"/>
          <p:cNvSpPr>
            <a:spLocks noGrp="1"/>
          </p:cNvSpPr>
          <p:nvPr>
            <p:ph type="title"/>
          </p:nvPr>
        </p:nvSpPr>
        <p:spPr/>
        <p:txBody>
          <a:bodyPr/>
          <a:p>
            <a:endParaRPr lang="en-US"/>
          </a:p>
        </p:txBody>
      </p:sp>
      <p:pic>
        <p:nvPicPr>
          <p:cNvPr id="2097159" name="Content Placeholder 3" descr="94170"/>
          <p:cNvPicPr>
            <a:picLocks noChangeAspect="1"/>
          </p:cNvPicPr>
          <p:nvPr>
            <p:ph idx="1"/>
          </p:nvPr>
        </p:nvPicPr>
        <p:blipFill>
          <a:blip r:embed="rId1"/>
          <a:stretch>
            <a:fillRect/>
          </a:stretch>
        </p:blipFill>
        <p:spPr>
          <a:xfrm>
            <a:off x="0" y="0"/>
            <a:ext cx="12260580" cy="6858000"/>
          </a:xfrm>
          <a:prstGeom prst="rect">
            <a:avLst/>
          </a:prstGeom>
        </p:spPr>
      </p:pic>
      <p:sp>
        <p:nvSpPr>
          <p:cNvPr id="1048605" name="Text Box 4"/>
          <p:cNvSpPr txBox="1"/>
          <p:nvPr/>
        </p:nvSpPr>
        <p:spPr>
          <a:xfrm>
            <a:off x="234950" y="201295"/>
            <a:ext cx="11876405" cy="788670"/>
          </a:xfrm>
          <a:prstGeom prst="rect">
            <a:avLst/>
          </a:prstGeom>
          <a:noFill/>
        </p:spPr>
        <p:txBody>
          <a:bodyPr wrap="square" rtlCol="0">
            <a:noAutofit/>
          </a:bodyPr>
          <a:p>
            <a:r>
              <a:rPr lang="en-IN" sz="4800" b="1" dirty="0">
                <a:solidFill>
                  <a:schemeClr val="bg1"/>
                </a:solidFill>
                <a:sym typeface="+mn-ea"/>
              </a:rPr>
              <a:t>CLOUD:-</a:t>
            </a:r>
            <a:endParaRPr lang="en-IN" sz="4800" b="1" dirty="0">
              <a:solidFill>
                <a:schemeClr val="bg1"/>
              </a:solidFill>
              <a:sym typeface="+mn-ea"/>
            </a:endParaRPr>
          </a:p>
        </p:txBody>
      </p:sp>
      <p:sp>
        <p:nvSpPr>
          <p:cNvPr id="1048606" name="Text Box 5"/>
          <p:cNvSpPr txBox="1"/>
          <p:nvPr/>
        </p:nvSpPr>
        <p:spPr>
          <a:xfrm>
            <a:off x="293370" y="1124585"/>
            <a:ext cx="11787505" cy="5077460"/>
          </a:xfrm>
          <a:prstGeom prst="rect">
            <a:avLst/>
          </a:prstGeom>
          <a:noFill/>
        </p:spPr>
        <p:txBody>
          <a:bodyPr wrap="square" rtlCol="0">
            <a:noAutofit/>
          </a:bodyPr>
          <a:p>
            <a:pPr marL="457200" indent="-457200">
              <a:buFont typeface="Arial" panose="020B0604020202020204" pitchFamily="34" charset="0"/>
              <a:buChar char="•"/>
            </a:pPr>
            <a:r>
              <a:rPr lang="en-US" sz="2800" dirty="0">
                <a:solidFill>
                  <a:schemeClr val="bg1"/>
                </a:solidFill>
                <a:effectLst>
                  <a:outerShdw blurRad="38100" dist="19050" dir="2700000" algn="tl" rotWithShape="0">
                    <a:schemeClr val="dk1">
                      <a:alpha val="40000"/>
                    </a:schemeClr>
                  </a:outerShdw>
                </a:effectLst>
                <a:sym typeface="+mn-ea"/>
              </a:rPr>
              <a:t>Alert Generation: Cloud services can generate alerts and warnings for drivers and pedestrians based on real-time V2P data</a:t>
            </a:r>
            <a:endParaRPr lang="en-US" sz="2800" dirty="0">
              <a:solidFill>
                <a:schemeClr val="bg1"/>
              </a:solidFill>
              <a:effectLst>
                <a:outerShdw blurRad="38100" dist="19050" dir="2700000" algn="tl" rotWithShape="0">
                  <a:schemeClr val="dk1">
                    <a:alpha val="40000"/>
                  </a:schemeClr>
                </a:outerShdw>
              </a:effectLst>
            </a:endParaRPr>
          </a:p>
          <a:p>
            <a:pPr marL="457200" indent="-457200">
              <a:buFont typeface="Arial" panose="020B0604020202020204" pitchFamily="34" charset="0"/>
              <a:buChar char="•"/>
            </a:pPr>
            <a:r>
              <a:rPr lang="en-US" sz="2800" dirty="0">
                <a:solidFill>
                  <a:schemeClr val="bg1"/>
                </a:solidFill>
                <a:effectLst>
                  <a:outerShdw blurRad="38100" dist="19050" dir="2700000" algn="tl" rotWithShape="0">
                    <a:schemeClr val="dk1">
                      <a:alpha val="40000"/>
                    </a:schemeClr>
                  </a:outerShdw>
                </a:effectLst>
                <a:sym typeface="+mn-ea"/>
              </a:rPr>
              <a:t>Data Sharing: Cloud platforms may facilitate data sharing between vehicles, infrastructure, and pedestrians to enhance safety.</a:t>
            </a:r>
            <a:endParaRPr lang="en-US" sz="2800" dirty="0">
              <a:solidFill>
                <a:schemeClr val="bg1"/>
              </a:solidFill>
              <a:effectLst>
                <a:outerShdw blurRad="38100" dist="19050" dir="2700000" algn="tl" rotWithShape="0">
                  <a:schemeClr val="dk1">
                    <a:alpha val="40000"/>
                  </a:schemeClr>
                </a:outerShdw>
              </a:effectLst>
            </a:endParaRPr>
          </a:p>
          <a:p>
            <a:pPr marL="457200" indent="-457200">
              <a:buFont typeface="Arial" panose="020B0604020202020204" pitchFamily="34" charset="0"/>
              <a:buChar char="•"/>
            </a:pPr>
            <a:r>
              <a:rPr lang="en-US" sz="2800" dirty="0">
                <a:solidFill>
                  <a:schemeClr val="bg1"/>
                </a:solidFill>
                <a:effectLst>
                  <a:outerShdw blurRad="38100" dist="19050" dir="2700000" algn="tl" rotWithShape="0">
                    <a:schemeClr val="dk1">
                      <a:alpha val="40000"/>
                    </a:schemeClr>
                  </a:outerShdw>
                </a:effectLst>
                <a:sym typeface="+mn-ea"/>
              </a:rPr>
              <a:t>Data Analytics and Reporting: Cloud-based data analytics platforms can analyze ambulance operations data, including response times, routes, and patient outcomes, to identify areas for improvement and optimize services….. Cloud platforms analyze data from various sensors and systems to provide insights into train operations, passenger flow, and system efficiency….. Cloud-based platforms analyze data from sensors, passenger counts, and vehicle locations to optimize bus routes, schedules, and resource allocation.</a:t>
            </a:r>
            <a:endParaRPr lang="en-US" sz="2800" dirty="0">
              <a:solidFill>
                <a:schemeClr val="bg1"/>
              </a:solidFill>
              <a:effectLst>
                <a:outerShdw blurRad="38100" dist="19050" dir="2700000" algn="tl" rotWithShape="0">
                  <a:schemeClr val="dk1">
                    <a:alpha val="40000"/>
                  </a:schemeClr>
                </a:outerShdw>
              </a:effectLst>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p:sp>
        <p:nvSpPr>
          <p:cNvPr id="1048607" name="Title 1"/>
          <p:cNvSpPr>
            <a:spLocks noGrp="1"/>
          </p:cNvSpPr>
          <p:nvPr>
            <p:ph type="title"/>
          </p:nvPr>
        </p:nvSpPr>
        <p:spPr/>
        <p:txBody>
          <a:bodyPr/>
          <a:p>
            <a:endParaRPr lang="en-US"/>
          </a:p>
        </p:txBody>
      </p:sp>
      <p:pic>
        <p:nvPicPr>
          <p:cNvPr id="2097160" name="Content Placeholder 3" descr="business-IoT-Connectivity-southampton-hampshire_3840_1960_80_s_c1_2x"/>
          <p:cNvPicPr>
            <a:picLocks noChangeAspect="1"/>
          </p:cNvPicPr>
          <p:nvPr>
            <p:ph idx="1"/>
          </p:nvPr>
        </p:nvPicPr>
        <p:blipFill>
          <a:blip r:embed="rId1"/>
          <a:stretch>
            <a:fillRect/>
          </a:stretch>
        </p:blipFill>
        <p:spPr>
          <a:xfrm>
            <a:off x="0" y="0"/>
            <a:ext cx="12191365" cy="6858635"/>
          </a:xfrm>
          <a:prstGeom prst="rect">
            <a:avLst/>
          </a:prstGeom>
        </p:spPr>
      </p:pic>
      <p:sp>
        <p:nvSpPr>
          <p:cNvPr id="1048608" name="Text Box 4"/>
          <p:cNvSpPr txBox="1"/>
          <p:nvPr/>
        </p:nvSpPr>
        <p:spPr>
          <a:xfrm>
            <a:off x="235585" y="213360"/>
            <a:ext cx="11360785" cy="645160"/>
          </a:xfrm>
          <a:prstGeom prst="rect">
            <a:avLst/>
          </a:prstGeom>
          <a:noFill/>
        </p:spPr>
        <p:txBody>
          <a:bodyPr wrap="square" rtlCol="0">
            <a:spAutoFit/>
          </a:bodyPr>
          <a:p>
            <a:r>
              <a:rPr lang="en-IN" sz="3600" b="1" dirty="0">
                <a:solidFill>
                  <a:schemeClr val="bg1"/>
                </a:solidFill>
                <a:sym typeface="+mn-ea"/>
              </a:rPr>
              <a:t>PROTOCOL:-</a:t>
            </a:r>
            <a:endParaRPr lang="en-IN" sz="3600" b="1" dirty="0">
              <a:solidFill>
                <a:schemeClr val="bg1"/>
              </a:solidFill>
              <a:sym typeface="+mn-ea"/>
            </a:endParaRPr>
          </a:p>
        </p:txBody>
      </p:sp>
      <p:sp>
        <p:nvSpPr>
          <p:cNvPr id="1048609" name="Text Box 5"/>
          <p:cNvSpPr txBox="1"/>
          <p:nvPr/>
        </p:nvSpPr>
        <p:spPr>
          <a:xfrm>
            <a:off x="247015" y="894715"/>
            <a:ext cx="11776710" cy="5805170"/>
          </a:xfrm>
          <a:prstGeom prst="rect">
            <a:avLst/>
          </a:prstGeom>
          <a:noFill/>
        </p:spPr>
        <p:txBody>
          <a:bodyPr wrap="square" rtlCol="0">
            <a:noAutofit/>
          </a:bodyPr>
          <a:p>
            <a:pPr marL="342900" indent="-342900">
              <a:buFont typeface="Arial" panose="020B0604020202020204" pitchFamily="34" charset="0"/>
              <a:buChar char="•"/>
            </a:pPr>
            <a:r>
              <a:rPr lang="en-US" sz="2400" dirty="0">
                <a:solidFill>
                  <a:schemeClr val="bg1"/>
                </a:solidFill>
                <a:sym typeface="+mn-ea"/>
              </a:rPr>
              <a:t>IEEE 802.11p: This is a standard designed for wireless access in vehicular environments (WAVE) and is commonly used for V2X communication, including V2P.</a:t>
            </a:r>
            <a:endParaRPr lang="en-US" sz="2400" dirty="0">
              <a:solidFill>
                <a:schemeClr val="bg1"/>
              </a:solidFill>
            </a:endParaRPr>
          </a:p>
          <a:p>
            <a:pPr marL="342900" indent="-342900">
              <a:buFont typeface="Arial" panose="020B0604020202020204" pitchFamily="34" charset="0"/>
              <a:buChar char="•"/>
            </a:pPr>
            <a:r>
              <a:rPr lang="en-US" sz="2400" dirty="0">
                <a:solidFill>
                  <a:schemeClr val="bg1"/>
                </a:solidFill>
                <a:sym typeface="+mn-ea"/>
              </a:rPr>
              <a:t>Emergency Medical Services (EMS) Protocols: EMS protocols define the procedures and guidelines that paramedics and emergency medical technicians (EMTs) follow during patient assessment, treatment, and transportation. Optimization efforts may involve streamlining these protocols for efficiency.</a:t>
            </a:r>
            <a:endParaRPr lang="en-US" sz="2400" dirty="0">
              <a:solidFill>
                <a:schemeClr val="bg1"/>
              </a:solidFill>
            </a:endParaRPr>
          </a:p>
          <a:p>
            <a:pPr marL="342900" indent="-342900">
              <a:buFont typeface="Arial" panose="020B0604020202020204" pitchFamily="34" charset="0"/>
              <a:buChar char="•"/>
            </a:pPr>
            <a:r>
              <a:rPr lang="en-US" sz="2400" dirty="0">
                <a:solidFill>
                  <a:schemeClr val="bg1"/>
                </a:solidFill>
                <a:sym typeface="+mn-ea"/>
              </a:rPr>
              <a:t>Communication Protocols: Ambulance crews follow established communication protocols to ensure clear and efficient communication with dispatch centers, hospitals, and other first responders.</a:t>
            </a:r>
            <a:endParaRPr lang="en-US" sz="2400" dirty="0">
              <a:solidFill>
                <a:schemeClr val="bg1"/>
              </a:solidFill>
            </a:endParaRPr>
          </a:p>
          <a:p>
            <a:pPr marL="342900" indent="-342900">
              <a:buFont typeface="Arial" panose="020B0604020202020204" pitchFamily="34" charset="0"/>
              <a:buChar char="•"/>
            </a:pPr>
            <a:r>
              <a:rPr lang="en-IN" sz="2400" dirty="0">
                <a:solidFill>
                  <a:schemeClr val="bg1"/>
                </a:solidFill>
                <a:sym typeface="+mn-ea"/>
              </a:rPr>
              <a:t>Train Control Protocols: Train control systems use various protocols for communication between trains and the central control </a:t>
            </a:r>
            <a:r>
              <a:rPr lang="en-IN" sz="2400" dirty="0" err="1">
                <a:solidFill>
                  <a:schemeClr val="bg1"/>
                </a:solidFill>
                <a:sym typeface="+mn-ea"/>
              </a:rPr>
              <a:t>center</a:t>
            </a:r>
            <a:r>
              <a:rPr lang="en-IN" sz="2400" dirty="0">
                <a:solidFill>
                  <a:schemeClr val="bg1"/>
                </a:solidFill>
                <a:sym typeface="+mn-ea"/>
              </a:rPr>
              <a:t>. Common protocols include European Train Control System (ETCS), Positive Train Control (PTC), and others.</a:t>
            </a:r>
            <a:endParaRPr lang="en-IN" sz="2400" dirty="0">
              <a:solidFill>
                <a:schemeClr val="bg1"/>
              </a:solidFill>
            </a:endParaRPr>
          </a:p>
          <a:p>
            <a:pPr marL="342900" indent="-342900">
              <a:buFont typeface="Arial" panose="020B0604020202020204" pitchFamily="34" charset="0"/>
              <a:buChar char="•"/>
            </a:pPr>
            <a:r>
              <a:rPr lang="en-US" sz="2400" dirty="0">
                <a:solidFill>
                  <a:schemeClr val="bg1"/>
                </a:solidFill>
                <a:sym typeface="+mn-ea"/>
              </a:rPr>
              <a:t>Intelligent Transportation System (ITS) Protocols: ITS protocols enable communication between buses, traffic management centers, and passenger information systems, allowing for real-time updates and coordination.</a:t>
            </a:r>
            <a:endParaRPr lang="en-US" sz="2400" dirty="0">
              <a:solidFill>
                <a:schemeClr val="bg1"/>
              </a:solidFill>
            </a:endParaRPr>
          </a:p>
          <a:p>
            <a:endParaRPr lang="en-US" sz="240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p:sp>
        <p:nvSpPr>
          <p:cNvPr id="1048610" name="Title 1"/>
          <p:cNvSpPr>
            <a:spLocks noGrp="1"/>
          </p:cNvSpPr>
          <p:nvPr>
            <p:ph type="title"/>
          </p:nvPr>
        </p:nvSpPr>
        <p:spPr/>
        <p:txBody>
          <a:bodyPr/>
          <a:p>
            <a:endParaRPr lang="en-US"/>
          </a:p>
        </p:txBody>
      </p:sp>
      <p:pic>
        <p:nvPicPr>
          <p:cNvPr id="2097161" name="Content Placeholder 3" descr="best-iot-platforms-2021"/>
          <p:cNvPicPr>
            <a:picLocks noChangeAspect="1"/>
          </p:cNvPicPr>
          <p:nvPr>
            <p:ph idx="1"/>
          </p:nvPr>
        </p:nvPicPr>
        <p:blipFill>
          <a:blip r:embed="rId1">
            <a:alphaModFix amt="98000"/>
          </a:blip>
          <a:stretch>
            <a:fillRect/>
          </a:stretch>
        </p:blipFill>
        <p:spPr>
          <a:xfrm>
            <a:off x="0" y="0"/>
            <a:ext cx="12192000" cy="6858000"/>
          </a:xfrm>
          <a:prstGeom prst="rect">
            <a:avLst/>
          </a:prstGeom>
        </p:spPr>
      </p:pic>
      <p:sp>
        <p:nvSpPr>
          <p:cNvPr id="1048611" name="Text Box 6"/>
          <p:cNvSpPr txBox="1"/>
          <p:nvPr/>
        </p:nvSpPr>
        <p:spPr>
          <a:xfrm>
            <a:off x="235585" y="316865"/>
            <a:ext cx="10968355" cy="645160"/>
          </a:xfrm>
          <a:prstGeom prst="rect">
            <a:avLst/>
          </a:prstGeom>
          <a:noFill/>
        </p:spPr>
        <p:txBody>
          <a:bodyPr wrap="square" rtlCol="0">
            <a:spAutoFit/>
          </a:bodyPr>
          <a:p>
            <a:r>
              <a:rPr lang="en-IN" altLang="en-US" sz="3600">
                <a:solidFill>
                  <a:schemeClr val="bg1"/>
                </a:solidFill>
              </a:rPr>
              <a:t>PUBLIC PLATFORM:-</a:t>
            </a:r>
            <a:endParaRPr lang="en-IN" altLang="en-US" sz="3600">
              <a:solidFill>
                <a:schemeClr val="bg1"/>
              </a:solidFill>
            </a:endParaRPr>
          </a:p>
        </p:txBody>
      </p:sp>
      <p:sp>
        <p:nvSpPr>
          <p:cNvPr id="1048612" name="Text Box 7"/>
          <p:cNvSpPr txBox="1"/>
          <p:nvPr/>
        </p:nvSpPr>
        <p:spPr>
          <a:xfrm>
            <a:off x="328295" y="986155"/>
            <a:ext cx="11533505" cy="5690235"/>
          </a:xfrm>
          <a:prstGeom prst="rect">
            <a:avLst/>
          </a:prstGeom>
          <a:noFill/>
        </p:spPr>
        <p:txBody>
          <a:bodyPr wrap="square" rtlCol="0">
            <a:noAutofit/>
          </a:bodyPr>
          <a:p>
            <a:r>
              <a:rPr lang="en-US" sz="2400" dirty="0">
                <a:solidFill>
                  <a:schemeClr val="bg1"/>
                </a:solidFill>
                <a:sym typeface="+mn-ea"/>
              </a:rPr>
              <a:t>Smart City Initiatives: Smart cities may invest in infrastructure that supports V2P communication, including sensors, roadside equipment, and data platforms.</a:t>
            </a:r>
            <a:endParaRPr lang="en-US" sz="2400" dirty="0">
              <a:solidFill>
                <a:schemeClr val="bg1"/>
              </a:solidFill>
            </a:endParaRPr>
          </a:p>
          <a:p>
            <a:r>
              <a:rPr lang="en-US" sz="2400" dirty="0">
                <a:solidFill>
                  <a:schemeClr val="bg1"/>
                </a:solidFill>
                <a:sym typeface="+mn-ea"/>
              </a:rPr>
              <a:t>Traffic Management Authorities(TMA): Traffic management authorities can use V2P data to enhance pedestrian safety and improve traffic flow.</a:t>
            </a:r>
            <a:endParaRPr lang="en-IN" sz="2400" dirty="0">
              <a:solidFill>
                <a:schemeClr val="bg1"/>
              </a:solidFill>
            </a:endParaRPr>
          </a:p>
          <a:p>
            <a:r>
              <a:rPr lang="en-US" sz="2400" dirty="0">
                <a:solidFill>
                  <a:schemeClr val="bg1"/>
                </a:solidFill>
                <a:sym typeface="+mn-ea"/>
              </a:rPr>
              <a:t>Public Alert Systems: Public alert systems and mobile apps may provide real-time information to the public about emergency situations, including ambulance responses and safety instructions.</a:t>
            </a:r>
            <a:endParaRPr lang="en-US" sz="2400" dirty="0">
              <a:solidFill>
                <a:schemeClr val="bg1"/>
              </a:solidFill>
            </a:endParaRPr>
          </a:p>
          <a:p>
            <a:r>
              <a:rPr lang="en-US" sz="2400" dirty="0">
                <a:solidFill>
                  <a:schemeClr val="bg1"/>
                </a:solidFill>
                <a:sym typeface="+mn-ea"/>
              </a:rPr>
              <a:t>Integrated Healthcare Systems(IHS): In regions with integrated healthcare systems, ambulances are part of a larger network that coordinates pre-hospital care, emergency departments, and follow-up care for patients.</a:t>
            </a:r>
            <a:endParaRPr lang="en-US" sz="2400" dirty="0">
              <a:solidFill>
                <a:schemeClr val="bg1"/>
              </a:solidFill>
            </a:endParaRPr>
          </a:p>
          <a:p>
            <a:r>
              <a:rPr lang="en-US" sz="2400" dirty="0">
                <a:solidFill>
                  <a:schemeClr val="bg1"/>
                </a:solidFill>
                <a:sym typeface="+mn-ea"/>
              </a:rPr>
              <a:t>Passenger Information Systems: These systems provide real-time information to passengers regarding train schedules, delays, and platform changes. Public information displays and mobile apps are common interfaces.</a:t>
            </a:r>
            <a:endParaRPr lang="en-US" sz="2400" dirty="0">
              <a:solidFill>
                <a:schemeClr val="bg1"/>
              </a:solidFill>
            </a:endParaRPr>
          </a:p>
          <a:p>
            <a:r>
              <a:rPr lang="en-US" sz="2400" dirty="0">
                <a:solidFill>
                  <a:schemeClr val="bg1"/>
                </a:solidFill>
                <a:sym typeface="+mn-ea"/>
              </a:rPr>
              <a:t>Transit Apps: Transit apps provide real-time information to passengers, allowing them to plan routes, check schedules, and receive alerts about delays or disruptions</a:t>
            </a:r>
            <a:r>
              <a:rPr lang="en-IN" altLang="en-US" sz="2400" dirty="0">
                <a:solidFill>
                  <a:schemeClr val="bg1"/>
                </a:solidFill>
                <a:sym typeface="+mn-ea"/>
              </a:rPr>
              <a:t>.</a:t>
            </a:r>
            <a:endParaRPr lang="en-IN" altLang="en-US" sz="2400" dirty="0">
              <a:solidFill>
                <a:schemeClr val="bg1"/>
              </a:solidFill>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76" name=""/>
        <p:cNvGrpSpPr/>
        <p:nvPr/>
      </p:nvGrpSpPr>
      <p:grpSpPr>
        <a:xfrm>
          <a:off x="0" y="0"/>
          <a:ext cx="0" cy="0"/>
          <a:chOff x="0" y="0"/>
          <a:chExt cx="0" cy="0"/>
        </a:xfrm>
      </p:grpSpPr>
      <p:sp>
        <p:nvSpPr>
          <p:cNvPr id="1048676" name="Title 1048675"/>
          <p:cNvSpPr>
            <a:spLocks noGrp="1"/>
          </p:cNvSpPr>
          <p:nvPr>
            <p:ph type="ctrTitle"/>
          </p:nvPr>
        </p:nvSpPr>
        <p:spPr/>
        <p:txBody>
          <a:bodyPr/>
          <a:p>
            <a:endParaRPr lang="en-IN"/>
          </a:p>
        </p:txBody>
      </p:sp>
      <p:sp>
        <p:nvSpPr>
          <p:cNvPr id="1048677" name="Subtitle 1048676"/>
          <p:cNvSpPr>
            <a:spLocks noGrp="1"/>
          </p:cNvSpPr>
          <p:nvPr>
            <p:ph type="subTitle" idx="1"/>
          </p:nvPr>
        </p:nvSpPr>
        <p:spPr/>
        <p:txBody>
          <a:bodyPr/>
          <a:p>
            <a:endParaRPr lang="en-IN"/>
          </a:p>
        </p:txBody>
      </p:sp>
      <p:pic>
        <p:nvPicPr>
          <p:cNvPr id="2097163" name="Picture 2097162"/>
          <p:cNvPicPr/>
          <p:nvPr/>
        </p:nvPicPr>
        <p:blipFill>
          <a:blip r:embed="rId1"/>
          <a:stretch>
            <a:fillRect/>
          </a:stretch>
        </p:blipFill>
        <p:spPr>
          <a:xfrm>
            <a:off x="0" y="0"/>
            <a:ext cx="12192000" cy="6857999"/>
          </a:xfrm>
          <a:prstGeom prst="rect">
            <a:avLst/>
          </a:prstGeom>
        </p:spPr>
      </p:pic>
      <p:sp>
        <p:nvSpPr>
          <p:cNvPr id="1048678" name="Text Box 1048677"/>
          <p:cNvSpPr txBox="1"/>
          <p:nvPr/>
        </p:nvSpPr>
        <p:spPr>
          <a:xfrm rot="21530394">
            <a:off x="2605185" y="2493130"/>
            <a:ext cx="8852627" cy="1399540"/>
          </a:xfrm>
          <a:prstGeom prst="rect">
            <a:avLst/>
          </a:prstGeom>
        </p:spPr>
        <p:txBody>
          <a:bodyPr wrap="square" rtlCol="0">
            <a:spAutoFit/>
          </a:bodyPr>
          <a:p>
            <a:r>
              <a:rPr lang="en-US" altLang="en-GB" sz="8800" b="1">
                <a:solidFill>
                  <a:srgbClr val="FFFFFF"/>
                </a:solidFill>
              </a:rPr>
              <a:t>T</a:t>
            </a:r>
            <a:r>
              <a:rPr lang="en-US" altLang="en-GB" sz="8800" b="1">
                <a:solidFill>
                  <a:srgbClr val="FFFFFF"/>
                </a:solidFill>
              </a:rPr>
              <a:t>HANK</a:t>
            </a:r>
            <a:r>
              <a:rPr lang="en-US" altLang="en-GB" sz="8800" b="1">
                <a:solidFill>
                  <a:srgbClr val="FFFFFF"/>
                </a:solidFill>
              </a:rPr>
              <a:t> </a:t>
            </a:r>
            <a:r>
              <a:rPr lang="en-US" altLang="en-GB" sz="8800" b="1">
                <a:solidFill>
                  <a:srgbClr val="FFFFFF"/>
                </a:solidFill>
              </a:rPr>
              <a:t>Y</a:t>
            </a:r>
            <a:r>
              <a:rPr lang="en-US" altLang="en-GB" sz="8800" b="1">
                <a:solidFill>
                  <a:srgbClr val="FFFFFF"/>
                </a:solidFill>
              </a:rPr>
              <a:t>OU </a:t>
            </a:r>
            <a:endParaRPr lang="en-IN" sz="8800" b="1">
              <a:solidFill>
                <a:srgbClr val="FFFFFF"/>
              </a:solidFill>
            </a:endParaRPr>
          </a:p>
        </p:txBody>
      </p:sp>
      <p:sp>
        <p:nvSpPr>
          <p:cNvPr id="1048680" name="Text Box 1048679"/>
          <p:cNvSpPr txBox="1"/>
          <p:nvPr/>
        </p:nvSpPr>
        <p:spPr>
          <a:xfrm rot="21530394">
            <a:off x="2605184" y="2493129"/>
            <a:ext cx="8852627" cy="1445260"/>
          </a:xfrm>
          <a:prstGeom prst="rect">
            <a:avLst/>
          </a:prstGeom>
        </p:spPr>
        <p:txBody>
          <a:bodyPr wrap="square"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r>
              <a:rPr lang="en-US" altLang="en-GB" sz="8800" b="1">
                <a:solidFill>
                  <a:srgbClr val="FFFFFF"/>
                </a:solidFill>
                <a:latin typeface="Arial" panose="020B0604020202020204"/>
              </a:rPr>
              <a:t> </a:t>
            </a:r>
            <a:endParaRPr lang="en-IN" sz="8800" b="1">
              <a:solidFill>
                <a:srgbClr val="FFFFFF"/>
              </a:solidFill>
            </a:endParaRPr>
          </a:p>
        </p:txBody>
      </p:sp>
    </p:spTree>
  </p:cSld>
  <p:clrMapOvr>
    <a:masterClrMapping/>
  </p:clrMapOvr>
</p:sld>
</file>

<file path=ppt/tags/tag1.xml><?xml version="1.0" encoding="utf-8"?>
<p:tagLst xmlns:p="http://schemas.openxmlformats.org/presentationml/2006/main">
  <p:tag name="KSO_WM_MEDIACOVER_FLAG" val="1"/>
  <p:tag name="KSO_WM_UNIT_MEDIACOVER_BTN_STATE"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7784</Words>
  <Application>WPS Presentation</Application>
  <PresentationFormat/>
  <Paragraphs>97</Paragraphs>
  <Slides>11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vt:i4>
      </vt:variant>
    </vt:vector>
  </HeadingPairs>
  <TitlesOfParts>
    <vt:vector size="22" baseType="lpstr">
      <vt:lpstr>Arial</vt:lpstr>
      <vt:lpstr>SimSun</vt:lpstr>
      <vt:lpstr>Wingdings</vt:lpstr>
      <vt:lpstr>Arial</vt:lpstr>
      <vt:lpstr>Söhne</vt:lpstr>
      <vt:lpstr>Segoe Print</vt:lpstr>
      <vt:lpstr>Calibri Light</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rishe</dc:creator>
  <cp:lastModifiedBy>rishe</cp:lastModifiedBy>
  <cp:revision>3</cp:revision>
  <dcterms:created xsi:type="dcterms:W3CDTF">2023-10-11T08:16:01Z</dcterms:created>
  <dcterms:modified xsi:type="dcterms:W3CDTF">2023-10-11T08:17:46Z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55621E34FE8A493F9AB0899B614BD8EF_13</vt:lpwstr>
  </property>
  <property fmtid="{D5CDD505-2E9C-101B-9397-08002B2CF9AE}" pid="3" name="KSOProductBuildVer">
    <vt:lpwstr>1033-12.2.0.13215</vt:lpwstr>
  </property>
</Properties>
</file>