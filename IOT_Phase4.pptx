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5760" y="518795"/>
            <a:ext cx="11527790" cy="5629910"/>
          </a:xfrm>
        </p:spPr>
        <p:txBody>
          <a:bodyPr/>
          <a:lstStyle/>
          <a:p>
            <a:r>
              <a:rPr lang="en-IN" altLang="en-US" b="1"/>
              <a:t>PROJECT NAME</a:t>
            </a:r>
            <a:r>
              <a:rPr lang="en-IN" altLang="en-US"/>
              <a:t> :</a:t>
            </a:r>
            <a:r>
              <a:rPr lang="en-IN" altLang="en-US" sz="2000"/>
              <a:t> </a:t>
            </a:r>
            <a:r>
              <a:rPr lang="en-IN" altLang="en-US"/>
              <a:t>Public Transportation Optimization</a:t>
            </a:r>
            <a:endParaRPr lang="en-IN" altLang="en-US"/>
          </a:p>
          <a:p>
            <a:pPr algn="ctr"/>
            <a:r>
              <a:rPr lang="en-IN" altLang="en-US" b="1"/>
              <a:t>Phase 4 </a:t>
            </a:r>
            <a:r>
              <a:rPr lang="en-IN" altLang="en-US"/>
              <a:t>: DEVELOPEMENT</a:t>
            </a:r>
            <a:endParaRPr lang="en-IN" altLang="en-US"/>
          </a:p>
          <a:p>
            <a:pPr algn="l">
              <a:buFont typeface="Arial" panose="020B0604020202020204" pitchFamily="34" charset="0"/>
            </a:pPr>
            <a:r>
              <a:rPr lang="en-IN" altLang="en-US" sz="2800" b="1"/>
              <a:t>INTRODUCTION</a:t>
            </a:r>
            <a:endParaRPr lang="en-IN" altLang="en-US" sz="2800" b="1"/>
          </a:p>
          <a:p>
            <a:pPr marL="342900" indent="-342900" algn="l">
              <a:buFont typeface="Arial" panose="020B0604020202020204" pitchFamily="34" charset="0"/>
              <a:buChar char="•"/>
            </a:pPr>
            <a:r>
              <a:rPr lang="en-IN" altLang="en-US" sz="2000"/>
              <a:t>Public transportation optimization refers to the process of improving the efficiency, effectiveness, and overall quality of public transportation systems to better meet the needs of passengers and the communities they serve. This optimization involves a combination of strategies and techniques aimed at enhancing the reliability, convenience, cost-effectiveness, and sustainability of public transit services. The primary goal is to make public transportation a more attractive and competitive option compared to private vehicle use, thereby reducing traffic congestion, minimizing environmental impact, and providing better mobility options.</a:t>
            </a:r>
            <a:endParaRPr lang="en-IN" altLang="en-US" sz="2000"/>
          </a:p>
          <a:p>
            <a:pPr marL="342900" indent="-342900" algn="l">
              <a:buFont typeface="Arial" panose="020B0604020202020204" pitchFamily="34" charset="0"/>
              <a:buChar char="•"/>
            </a:pPr>
            <a:r>
              <a:rPr lang="en-IN" altLang="en-US" sz="2000"/>
              <a:t>Uses of Public Transportation Optimization:</a:t>
            </a:r>
            <a:endParaRPr lang="en-IN" altLang="en-US" sz="2000"/>
          </a:p>
          <a:p>
            <a:pPr marL="2171700" lvl="4" indent="-342900" algn="l">
              <a:buFont typeface="Wingdings" panose="05000000000000000000" charset="0"/>
              <a:buChar char="Ø"/>
            </a:pPr>
            <a:r>
              <a:rPr lang="en-IN" altLang="en-US" sz="2000"/>
              <a:t>Reducing Traffic Congestion</a:t>
            </a:r>
            <a:endParaRPr lang="en-IN" altLang="en-US" sz="2000"/>
          </a:p>
          <a:p>
            <a:pPr marL="2171700" lvl="4" indent="-342900" algn="l">
              <a:buFont typeface="Wingdings" panose="05000000000000000000" charset="0"/>
              <a:buChar char="Ø"/>
            </a:pPr>
            <a:r>
              <a:rPr lang="en-IN" altLang="en-US" sz="2000"/>
              <a:t>Enhanced Reliability</a:t>
            </a:r>
            <a:endParaRPr lang="en-IN" altLang="en-US" sz="2000"/>
          </a:p>
          <a:p>
            <a:pPr marL="2171700" lvl="4" indent="-342900" algn="l">
              <a:buFont typeface="Wingdings" panose="05000000000000000000" charset="0"/>
              <a:buChar char="Ø"/>
            </a:pPr>
            <a:r>
              <a:rPr lang="en-IN" altLang="en-US" sz="2000"/>
              <a:t>User-Friendly Experience</a:t>
            </a:r>
            <a:endParaRPr lang="en-IN" altLang="en-US" sz="2000"/>
          </a:p>
          <a:p>
            <a:pPr marL="2171700" lvl="4" indent="-342900" algn="l">
              <a:buFont typeface="Wingdings" panose="05000000000000000000" charset="0"/>
              <a:buChar char="Ø"/>
            </a:pPr>
            <a:r>
              <a:rPr lang="en-IN" altLang="en-US" sz="2000"/>
              <a:t>Economic Development</a:t>
            </a:r>
            <a:endParaRPr lang="en-IN" altLang="en-US" sz="2000"/>
          </a:p>
          <a:p>
            <a:pPr marL="2171700" lvl="4" indent="-342900" algn="l">
              <a:buFont typeface="Wingdings" panose="05000000000000000000" charset="0"/>
              <a:buChar char="Ø"/>
            </a:pPr>
            <a:r>
              <a:rPr lang="en-IN" altLang="en-US" sz="2000"/>
              <a:t>Public Safety</a:t>
            </a:r>
            <a:endParaRPr lang="en-IN" altLang="en-US" sz="2000"/>
          </a:p>
          <a:p>
            <a:pPr lvl="4" algn="l">
              <a:buFont typeface="Wingdings" panose="05000000000000000000" charset="0"/>
            </a:pPr>
            <a:endParaRPr lang="en-IN" altLang="en-US" sz="2000"/>
          </a:p>
          <a:p>
            <a:pPr lvl="4" algn="l">
              <a:buFont typeface="Wingdings" panose="05000000000000000000" charset="0"/>
            </a:pPr>
            <a:endParaRPr lang="en-IN"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376555" y="248920"/>
            <a:ext cx="11573510" cy="5928360"/>
          </a:xfrm>
        </p:spPr>
        <p:txBody>
          <a:bodyPr>
            <a:normAutofit fontScale="25000"/>
          </a:bodyPr>
          <a:p>
            <a:r>
              <a:rPr lang="en-US" sz="8000"/>
              <a:t>In this phase, we have used web development</a:t>
            </a:r>
            <a:r>
              <a:rPr lang="en-IN" altLang="en-US" sz="8000"/>
              <a:t> </a:t>
            </a:r>
            <a:r>
              <a:rPr lang="en-US" sz="8000"/>
              <a:t>technologies such as HTML, CSS, JavaScript to create</a:t>
            </a:r>
            <a:endParaRPr lang="en-US" sz="8000"/>
          </a:p>
          <a:p>
            <a:pPr marL="0" indent="0">
              <a:buNone/>
            </a:pPr>
            <a:r>
              <a:rPr lang="en-US" sz="8000"/>
              <a:t>a platform that displays real-time air quality data.</a:t>
            </a:r>
            <a:endParaRPr lang="en-US" sz="8000"/>
          </a:p>
          <a:p>
            <a:pPr marL="0" indent="0">
              <a:buNone/>
            </a:pPr>
            <a:r>
              <a:rPr lang="en-IN" altLang="en-US" sz="8000"/>
              <a:t>CODE:</a:t>
            </a:r>
            <a:endParaRPr lang="en-IN" altLang="en-US" sz="8000"/>
          </a:p>
          <a:p>
            <a:pPr marL="0" indent="0">
              <a:buNone/>
            </a:pPr>
            <a:r>
              <a:rPr lang="en-IN" altLang="en-US" sz="8000" b="1"/>
              <a:t>IOT_project-4.html</a:t>
            </a:r>
            <a:endParaRPr lang="en-IN" altLang="en-US" sz="8000" b="1"/>
          </a:p>
          <a:p>
            <a:pPr marL="0" indent="0">
              <a:buNone/>
            </a:pPr>
            <a:r>
              <a:rPr lang="en-IN" altLang="en-US" sz="8000"/>
              <a:t> &lt;!DOCTYPE html&gt;</a:t>
            </a:r>
            <a:endParaRPr lang="en-IN" altLang="en-US" sz="8000"/>
          </a:p>
          <a:p>
            <a:pPr marL="0" indent="0">
              <a:buNone/>
            </a:pPr>
            <a:r>
              <a:rPr lang="en-IN" altLang="en-US" sz="8000"/>
              <a:t>&lt;html lang="en"&gt;</a:t>
            </a:r>
            <a:endParaRPr lang="en-IN" altLang="en-US" sz="8000"/>
          </a:p>
          <a:p>
            <a:pPr marL="0" indent="0">
              <a:buNone/>
            </a:pPr>
            <a:r>
              <a:rPr lang="en-IN" altLang="en-US" sz="8000"/>
              <a:t>&lt;head&gt;</a:t>
            </a:r>
            <a:endParaRPr lang="en-IN" altLang="en-US" sz="8000"/>
          </a:p>
          <a:p>
            <a:pPr marL="0" indent="0">
              <a:buNone/>
            </a:pPr>
            <a:r>
              <a:rPr lang="en-IN" altLang="en-US" sz="8000"/>
              <a:t>    &lt;meta charset="UTF-8"&gt;</a:t>
            </a:r>
            <a:endParaRPr lang="en-IN" altLang="en-US" sz="8000"/>
          </a:p>
          <a:p>
            <a:pPr marL="0" indent="0">
              <a:buNone/>
            </a:pPr>
            <a:r>
              <a:rPr lang="en-IN" altLang="en-US" sz="8000"/>
              <a:t>    &lt;meta name="viewport" content="width=device-width, initial-scale=1.0"&gt;</a:t>
            </a:r>
            <a:endParaRPr lang="en-IN" altLang="en-US" sz="8000"/>
          </a:p>
          <a:p>
            <a:pPr marL="0" indent="0">
              <a:buNone/>
            </a:pPr>
            <a:r>
              <a:rPr lang="en-IN" altLang="en-US" sz="8000"/>
              <a:t>    &lt;title&gt;Public Transportation Optimization&lt;/title&gt;</a:t>
            </a:r>
            <a:endParaRPr lang="en-IN" altLang="en-US" sz="8000"/>
          </a:p>
          <a:p>
            <a:pPr marL="0" indent="0">
              <a:buNone/>
            </a:pPr>
            <a:r>
              <a:rPr lang="en-IN" altLang="en-US" sz="8000"/>
              <a:t>    &lt;style&gt;</a:t>
            </a:r>
            <a:endParaRPr lang="en-IN" altLang="en-US" sz="8000"/>
          </a:p>
          <a:p>
            <a:pPr marL="0" indent="0">
              <a:buNone/>
            </a:pPr>
            <a:r>
              <a:rPr lang="en-IN" altLang="en-US" sz="8000"/>
              <a:t>        body {</a:t>
            </a:r>
            <a:endParaRPr lang="en-IN" altLang="en-US" sz="8000"/>
          </a:p>
          <a:p>
            <a:pPr marL="0" indent="0">
              <a:buNone/>
            </a:pPr>
            <a:r>
              <a:rPr lang="en-IN" altLang="en-US" sz="8000"/>
              <a:t>            background-image: url('https://tse3.mm.bing.net/th?id=OIP.4X4MucxVgx6Xo3VNzFyUnQHaFj&amp;pid=Api&amp;P=0&amp;h=180s');</a:t>
            </a:r>
            <a:endParaRPr lang="en-IN" altLang="en-US" sz="8000"/>
          </a:p>
          <a:p>
            <a:pPr marL="0" indent="0">
              <a:buNone/>
            </a:pPr>
            <a:r>
              <a:rPr lang="en-IN" altLang="en-US" sz="8000"/>
              <a:t>            background-size: cover;</a:t>
            </a:r>
            <a:endParaRPr lang="en-IN" altLang="en-US" sz="8000"/>
          </a:p>
          <a:p>
            <a:pPr marL="0" indent="0">
              <a:buNone/>
            </a:pPr>
            <a:r>
              <a:rPr lang="en-IN" altLang="en-US" sz="8000"/>
              <a:t>            background-repeat: no-repeat;</a:t>
            </a:r>
            <a:endParaRPr lang="en-IN" altLang="en-US" sz="8000"/>
          </a:p>
          <a:p>
            <a:pPr marL="0" indent="0">
              <a:buNone/>
            </a:pPr>
            <a:r>
              <a:rPr lang="en-IN" altLang="en-US" sz="8000"/>
              <a:t>        }</a:t>
            </a:r>
            <a:endParaRPr lang="en-IN" altLang="en-US" sz="8000"/>
          </a:p>
          <a:p>
            <a:pPr marL="0" indent="0">
              <a:buNone/>
            </a:pPr>
            <a:r>
              <a:rPr lang="en-IN" altLang="en-US" sz="8000"/>
              <a:t>   </a:t>
            </a:r>
            <a:endParaRPr lang="en-IN" altLang="en-US" sz="2000"/>
          </a:p>
        </p:txBody>
      </p:sp>
      <p:sp>
        <p:nvSpPr>
          <p:cNvPr id="2" name="Text Box 1"/>
          <p:cNvSpPr txBox="1"/>
          <p:nvPr/>
        </p:nvSpPr>
        <p:spPr>
          <a:xfrm>
            <a:off x="5523230" y="1230630"/>
            <a:ext cx="4064000" cy="368300"/>
          </a:xfrm>
          <a:prstGeom prst="rect">
            <a:avLst/>
          </a:prstGeom>
          <a:noFill/>
        </p:spPr>
        <p:txBody>
          <a:bodyPr wrap="square" rtlCol="0">
            <a:spAutoFit/>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025" y="259080"/>
            <a:ext cx="11558905" cy="6311900"/>
          </a:xfrm>
        </p:spPr>
        <p:txBody>
          <a:bodyPr>
            <a:normAutofit fontScale="25000"/>
          </a:bodyPr>
          <a:p>
            <a:pPr marL="0" indent="0">
              <a:buNone/>
            </a:pPr>
            <a:r>
              <a:rPr lang="en-IN" altLang="en-US" sz="8000">
                <a:sym typeface="+mn-ea"/>
              </a:rPr>
              <a:t> &lt;/style&gt;</a:t>
            </a:r>
            <a:endParaRPr lang="en-IN" altLang="en-US" sz="8000"/>
          </a:p>
          <a:p>
            <a:pPr marL="0" indent="0">
              <a:buNone/>
            </a:pPr>
            <a:r>
              <a:rPr lang="en-IN" altLang="en-US" sz="8000">
                <a:sym typeface="+mn-ea"/>
              </a:rPr>
              <a:t>&lt;/head&gt;</a:t>
            </a:r>
            <a:endParaRPr lang="en-IN" altLang="en-US" sz="8000"/>
          </a:p>
          <a:p>
            <a:pPr marL="0" indent="0">
              <a:buNone/>
            </a:pPr>
            <a:r>
              <a:rPr lang="en-IN" altLang="en-US" sz="8000">
                <a:sym typeface="+mn-ea"/>
              </a:rPr>
              <a:t>&lt;body&gt;</a:t>
            </a:r>
            <a:endParaRPr lang="en-IN" altLang="en-US" sz="8000"/>
          </a:p>
          <a:p>
            <a:pPr marL="0" indent="0">
              <a:buNone/>
            </a:pPr>
            <a:r>
              <a:rPr lang="en-IN" altLang="en-US" sz="8000">
                <a:sym typeface="+mn-ea"/>
              </a:rPr>
              <a:t>    &lt;header&gt;</a:t>
            </a:r>
            <a:endParaRPr lang="en-IN" altLang="en-US" sz="8000"/>
          </a:p>
          <a:p>
            <a:pPr marL="0" indent="0">
              <a:buNone/>
            </a:pPr>
            <a:r>
              <a:rPr lang="en-IN" altLang="en-US" sz="8000">
                <a:sym typeface="+mn-ea"/>
              </a:rPr>
              <a:t>        &lt;h1&gt;Public Transportation Optimization&lt;/h1&gt;</a:t>
            </a:r>
            <a:endParaRPr lang="en-IN" altLang="en-US" sz="8000"/>
          </a:p>
          <a:p>
            <a:pPr marL="0" indent="0">
              <a:buNone/>
            </a:pPr>
            <a:r>
              <a:rPr lang="en-IN" altLang="en-US" sz="8000">
                <a:sym typeface="+mn-ea"/>
              </a:rPr>
              <a:t>    &lt;/header&gt;</a:t>
            </a:r>
            <a:endParaRPr lang="en-IN" altLang="en-US" sz="8000"/>
          </a:p>
          <a:p>
            <a:pPr marL="0" indent="0">
              <a:buNone/>
            </a:pPr>
            <a:endParaRPr lang="en-IN" altLang="en-US" sz="8000"/>
          </a:p>
          <a:p>
            <a:pPr marL="0" indent="0">
              <a:buNone/>
            </a:pPr>
            <a:r>
              <a:rPr lang="en-IN" altLang="en-US" sz="8000">
                <a:sym typeface="+mn-ea"/>
              </a:rPr>
              <a:t>    &lt;nav&gt;</a:t>
            </a:r>
            <a:endParaRPr lang="en-IN" altLang="en-US" sz="8000"/>
          </a:p>
          <a:p>
            <a:pPr marL="0" indent="0">
              <a:buNone/>
            </a:pPr>
            <a:r>
              <a:rPr lang="en-IN" altLang="en-US" sz="8000">
                <a:sym typeface="+mn-ea"/>
              </a:rPr>
              <a:t>        &lt;ul&gt;</a:t>
            </a:r>
            <a:endParaRPr lang="en-IN" altLang="en-US" sz="8000"/>
          </a:p>
          <a:p>
            <a:pPr marL="0" indent="0">
              <a:buNone/>
            </a:pPr>
            <a:r>
              <a:rPr lang="en-IN" altLang="en-US" sz="8000">
                <a:sym typeface="+mn-ea"/>
              </a:rPr>
              <a:t>            &lt;li&gt;&lt;a href="C:\Users\rishe\Desktop\phase 4\gps.html"&gt;GPS&lt;/a&gt;&lt;/li&gt;</a:t>
            </a:r>
            <a:endParaRPr lang="en-IN" altLang="en-US" sz="8000"/>
          </a:p>
          <a:p>
            <a:pPr marL="0" indent="0">
              <a:buNone/>
            </a:pPr>
            <a:r>
              <a:rPr lang="en-IN" altLang="en-US" sz="8000">
                <a:sym typeface="+mn-ea"/>
              </a:rPr>
              <a:t>            &lt;li&gt;&lt;a href="C:\Users\rishe\Desktop\phase 4\weight_measuring.html"&gt;Weight Measuring&lt;/a&gt;&lt;/li&gt;</a:t>
            </a:r>
            <a:endParaRPr lang="en-IN" altLang="en-US" sz="8000"/>
          </a:p>
          <a:p>
            <a:pPr marL="0" indent="0">
              <a:buNone/>
            </a:pPr>
            <a:r>
              <a:rPr lang="en-IN" altLang="en-US" sz="8000">
                <a:sym typeface="+mn-ea"/>
              </a:rPr>
              <a:t>        &lt;/ul&gt;</a:t>
            </a:r>
            <a:endParaRPr lang="en-IN" altLang="en-US" sz="8000"/>
          </a:p>
          <a:p>
            <a:pPr marL="0" indent="0">
              <a:buNone/>
            </a:pPr>
            <a:r>
              <a:rPr lang="en-IN" altLang="en-US" sz="8000">
                <a:sym typeface="+mn-ea"/>
              </a:rPr>
              <a:t>    &lt;/nav&gt;</a:t>
            </a:r>
            <a:endParaRPr lang="en-IN" altLang="en-US" sz="8000"/>
          </a:p>
          <a:p>
            <a:pPr marL="0" indent="0">
              <a:buNone/>
            </a:pPr>
            <a:endParaRPr lang="en-IN" altLang="en-US" sz="8000"/>
          </a:p>
          <a:p>
            <a:pPr marL="0" indent="0">
              <a:buNone/>
            </a:pPr>
            <a:r>
              <a:rPr lang="en-IN" altLang="en-US" sz="8000">
                <a:sym typeface="+mn-ea"/>
              </a:rPr>
              <a:t>    &lt;main&gt;</a:t>
            </a:r>
            <a:endParaRPr lang="en-IN" altLang="en-US" sz="8000"/>
          </a:p>
          <a:p>
            <a:pPr marL="0" indent="0">
              <a:buNone/>
            </a:pPr>
            <a:r>
              <a:rPr lang="en-IN" altLang="en-US" sz="8000">
                <a:sym typeface="+mn-ea"/>
              </a:rPr>
              <a:t>        </a:t>
            </a:r>
            <a:endParaRPr lang="en-IN" altLang="en-US"/>
          </a:p>
          <a:p>
            <a:pPr marL="0" indent="0">
              <a:buNone/>
            </a:pPr>
            <a:endParaRPr lang="en-IN" alt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79730" y="344170"/>
            <a:ext cx="11485245" cy="5833110"/>
          </a:xfrm>
        </p:spPr>
        <p:txBody>
          <a:bodyPr>
            <a:normAutofit fontScale="80000"/>
          </a:bodyPr>
          <a:p>
            <a:pPr marL="0" indent="0">
              <a:buNone/>
            </a:pPr>
            <a:r>
              <a:rPr lang="en-IN" altLang="en-US">
                <a:sym typeface="+mn-ea"/>
              </a:rPr>
              <a:t>&lt;section&gt;</a:t>
            </a:r>
            <a:endParaRPr lang="en-IN" altLang="en-US"/>
          </a:p>
          <a:p>
            <a:pPr marL="0" indent="0">
              <a:buNone/>
            </a:pPr>
            <a:r>
              <a:rPr lang="en-IN" altLang="en-US">
                <a:sym typeface="+mn-ea"/>
              </a:rPr>
              <a:t>            &lt;h2&gt;Welcome to Public Transportation Optimization&lt;/h2&gt;</a:t>
            </a:r>
            <a:endParaRPr lang="en-IN" altLang="en-US"/>
          </a:p>
          <a:p>
            <a:pPr marL="0" indent="0">
              <a:buNone/>
            </a:pPr>
            <a:r>
              <a:rPr lang="en-IN" altLang="en-US">
                <a:sym typeface="+mn-ea"/>
              </a:rPr>
              <a:t>            &lt;p&gt;We are dedicated to making public transportation more efficient, accessible, and eco-friendly. Our solutions include real-time data, route planning, and optimization to improve your daily commute.&lt;/p&gt;</a:t>
            </a:r>
            <a:endParaRPr lang="en-IN" altLang="en-US"/>
          </a:p>
          <a:p>
            <a:pPr marL="0" indent="0">
              <a:buNone/>
            </a:pPr>
            <a:r>
              <a:rPr lang="en-IN" altLang="en-US">
                <a:sym typeface="+mn-ea"/>
              </a:rPr>
              <a:t>        &lt;/section&gt;</a:t>
            </a:r>
            <a:endParaRPr lang="en-IN" altLang="en-US"/>
          </a:p>
          <a:p>
            <a:pPr marL="0" indent="0">
              <a:buNone/>
            </a:pPr>
            <a:r>
              <a:rPr lang="en-IN" altLang="en-US">
                <a:sym typeface="+mn-ea"/>
              </a:rPr>
              <a:t>    &lt;/main&gt;</a:t>
            </a:r>
            <a:endParaRPr lang="en-IN" altLang="en-US"/>
          </a:p>
          <a:p>
            <a:pPr marL="0" indent="0">
              <a:buNone/>
            </a:pPr>
            <a:endParaRPr lang="en-IN" altLang="en-US"/>
          </a:p>
          <a:p>
            <a:pPr marL="0" indent="0">
              <a:buNone/>
            </a:pPr>
            <a:r>
              <a:rPr lang="en-IN" altLang="en-US">
                <a:sym typeface="+mn-ea"/>
              </a:rPr>
              <a:t>    &lt;footer&gt;</a:t>
            </a:r>
            <a:endParaRPr lang="en-IN" altLang="en-US"/>
          </a:p>
          <a:p>
            <a:pPr marL="0" indent="0">
              <a:buNone/>
            </a:pPr>
            <a:r>
              <a:rPr lang="en-IN" altLang="en-US">
                <a:sym typeface="+mn-ea"/>
              </a:rPr>
              <a:t>        &lt;p&gt;&amp;copy; 2023 Public Transportation Optimization Solutions&lt;/p&gt;</a:t>
            </a:r>
            <a:endParaRPr lang="en-IN" altLang="en-US"/>
          </a:p>
          <a:p>
            <a:pPr marL="0" indent="0">
              <a:buNone/>
            </a:pPr>
            <a:r>
              <a:rPr lang="en-IN" altLang="en-US">
                <a:sym typeface="+mn-ea"/>
              </a:rPr>
              <a:t>    &lt;/footer&gt;</a:t>
            </a:r>
            <a:endParaRPr lang="en-IN" altLang="en-US"/>
          </a:p>
          <a:p>
            <a:pPr marL="0" indent="0">
              <a:buNone/>
            </a:pPr>
            <a:r>
              <a:rPr lang="en-IN" altLang="en-US">
                <a:sym typeface="+mn-ea"/>
              </a:rPr>
              <a:t>&lt;/body&gt;</a:t>
            </a:r>
            <a:endParaRPr lang="en-IN" altLang="en-US"/>
          </a:p>
          <a:p>
            <a:pPr marL="0" indent="0">
              <a:buNone/>
            </a:pPr>
            <a:r>
              <a:rPr lang="en-IN" altLang="en-US">
                <a:sym typeface="+mn-ea"/>
              </a:rPr>
              <a:t>&lt;/html&gt;</a:t>
            </a:r>
            <a:endParaRPr lang="en-IN" alt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88595" y="195580"/>
            <a:ext cx="11718925" cy="6343650"/>
          </a:xfrm>
        </p:spPr>
        <p:txBody>
          <a:bodyPr>
            <a:normAutofit fontScale="25000"/>
          </a:bodyPr>
          <a:p>
            <a:pPr marL="0" indent="0">
              <a:buNone/>
            </a:pPr>
            <a:r>
              <a:rPr lang="en-IN" altLang="en-US" sz="8000" b="1"/>
              <a:t>gps.html</a:t>
            </a:r>
            <a:endParaRPr lang="en-IN" altLang="en-US" sz="8000" b="1"/>
          </a:p>
          <a:p>
            <a:pPr marL="0" indent="0">
              <a:buNone/>
            </a:pPr>
            <a:r>
              <a:rPr lang="en-IN" altLang="en-US" sz="8000"/>
              <a:t>&lt;!DOCTYPE html&gt;</a:t>
            </a:r>
            <a:endParaRPr lang="en-IN" altLang="en-US" sz="8000"/>
          </a:p>
          <a:p>
            <a:pPr marL="0" indent="0">
              <a:buNone/>
            </a:pPr>
            <a:r>
              <a:rPr lang="en-IN" altLang="en-US" sz="8000"/>
              <a:t>&lt;html&gt;</a:t>
            </a:r>
            <a:endParaRPr lang="en-IN" altLang="en-US" sz="8000"/>
          </a:p>
          <a:p>
            <a:pPr marL="0" indent="0">
              <a:buNone/>
            </a:pPr>
            <a:r>
              <a:rPr lang="en-IN" altLang="en-US" sz="8000"/>
              <a:t>&lt;head&gt;&lt;title&gt;GPS Tracker&lt;/title&gt;&lt;meta charset="utf-8"&gt;</a:t>
            </a:r>
            <a:endParaRPr lang="en-IN" altLang="en-US" sz="8000"/>
          </a:p>
          <a:p>
            <a:pPr marL="0" indent="0">
              <a:buNone/>
            </a:pPr>
            <a:r>
              <a:rPr lang="en-IN" altLang="en-US" sz="8000"/>
              <a:t>&lt;style&gt;</a:t>
            </a:r>
            <a:endParaRPr lang="en-IN" altLang="en-US" sz="8000"/>
          </a:p>
          <a:p>
            <a:pPr marL="0" indent="0">
              <a:buNone/>
            </a:pPr>
            <a:r>
              <a:rPr lang="en-IN" altLang="en-US" sz="8000"/>
              <a:t>	input, textarea { -webkit-box-sizing: border-box; }</a:t>
            </a:r>
            <a:endParaRPr lang="en-IN" altLang="en-US" sz="8000"/>
          </a:p>
          <a:p>
            <a:pPr marL="0" indent="0">
              <a:buNone/>
            </a:pPr>
            <a:r>
              <a:rPr lang="en-IN" altLang="en-US" sz="8000"/>
              <a:t>	input { width: 100%; font-size: 20px; }</a:t>
            </a:r>
            <a:endParaRPr lang="en-IN" altLang="en-US" sz="8000"/>
          </a:p>
          <a:p>
            <a:pPr marL="0" indent="0">
              <a:buNone/>
            </a:pPr>
            <a:r>
              <a:rPr lang="en-IN" altLang="en-US" sz="8000"/>
              <a:t>	textarea { width: 100%; height: 500px; }</a:t>
            </a:r>
            <a:endParaRPr lang="en-IN" altLang="en-US" sz="8000"/>
          </a:p>
          <a:p>
            <a:pPr marL="0" indent="0">
              <a:buNone/>
            </a:pPr>
            <a:r>
              <a:rPr lang="en-IN" altLang="en-US" sz="8000"/>
              <a:t>	input[type="button"],</a:t>
            </a:r>
            <a:endParaRPr lang="en-IN" altLang="en-US" sz="8000"/>
          </a:p>
          <a:p>
            <a:pPr marL="0" indent="0">
              <a:buNone/>
            </a:pPr>
            <a:r>
              <a:rPr lang="en-IN" altLang="en-US" sz="8000"/>
              <a:t>	input[type="submit"] { width: 24%; }</a:t>
            </a:r>
            <a:endParaRPr lang="en-IN" altLang="en-US" sz="8000"/>
          </a:p>
          <a:p>
            <a:pPr marL="0" indent="0">
              <a:buNone/>
            </a:pPr>
            <a:r>
              <a:rPr lang="en-IN" altLang="en-US" sz="8000"/>
              <a:t>	body { text-align: center; }</a:t>
            </a:r>
            <a:endParaRPr lang="en-IN" altLang="en-US" sz="8000"/>
          </a:p>
          <a:p>
            <a:pPr marL="0" indent="0">
              <a:buNone/>
            </a:pPr>
            <a:r>
              <a:rPr lang="en-IN" altLang="en-US" sz="8000"/>
              <a:t>&lt;/style&gt;</a:t>
            </a:r>
            <a:endParaRPr lang="en-IN" altLang="en-US" sz="8000"/>
          </a:p>
          <a:p>
            <a:pPr marL="0" indent="0">
              <a:buNone/>
            </a:pPr>
            <a:r>
              <a:rPr lang="en-IN" altLang="en-US" sz="8000"/>
              <a:t>&lt;body&gt;</a:t>
            </a:r>
            <a:endParaRPr lang="en-IN" altLang="en-US" sz="8000"/>
          </a:p>
          <a:p>
            <a:pPr marL="0" indent="0">
              <a:buNone/>
            </a:pPr>
            <a:endParaRPr lang="en-IN" altLang="en-US" sz="8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83845" y="259080"/>
            <a:ext cx="11069955" cy="5918200"/>
          </a:xfrm>
        </p:spPr>
        <p:txBody>
          <a:bodyPr>
            <a:normAutofit fontScale="25000"/>
          </a:bodyPr>
          <a:p>
            <a:pPr marL="0" indent="0">
              <a:buNone/>
            </a:pPr>
            <a:r>
              <a:rPr lang="en-IN" altLang="en-US" sz="8000">
                <a:sym typeface="+mn-ea"/>
              </a:rPr>
              <a:t>&lt;form action="" method="post"&gt;</a:t>
            </a:r>
            <a:endParaRPr lang="en-IN" altLang="en-US" sz="8000"/>
          </a:p>
          <a:p>
            <a:pPr marL="0" indent="0">
              <a:buNone/>
            </a:pPr>
            <a:r>
              <a:rPr lang="en-IN" altLang="en-US" sz="8000">
                <a:sym typeface="+mn-ea"/>
              </a:rPr>
              <a:t>	&lt;input name="t_action" value="http://192.168.1.64/gps/save.php"&gt;</a:t>
            </a:r>
            <a:endParaRPr lang="en-IN" altLang="en-US" sz="8000"/>
          </a:p>
          <a:p>
            <a:pPr marL="0" indent="0">
              <a:buNone/>
            </a:pPr>
            <a:r>
              <a:rPr lang="en-IN" altLang="en-US" sz="8000">
                <a:sym typeface="+mn-ea"/>
              </a:rPr>
              <a:t>	&lt;textarea readonly name="coords"&gt;&lt;/textarea&gt;</a:t>
            </a:r>
            <a:endParaRPr lang="en-IN" altLang="en-US" sz="8000"/>
          </a:p>
          <a:p>
            <a:pPr marL="0" indent="0">
              <a:buNone/>
            </a:pPr>
            <a:r>
              <a:rPr lang="en-IN" altLang="en-US" sz="8000">
                <a:sym typeface="+mn-ea"/>
              </a:rPr>
              <a:t>	&lt;input value="Start Tracking" type="button" onclick="startTracking();this.disabled=true;"&gt;</a:t>
            </a:r>
            <a:endParaRPr lang="en-IN" altLang="en-US" sz="8000"/>
          </a:p>
          <a:p>
            <a:pPr marL="0" indent="0">
              <a:buNone/>
            </a:pPr>
            <a:r>
              <a:rPr lang="en-IN" altLang="en-US" sz="8000">
                <a:sym typeface="+mn-ea"/>
              </a:rPr>
              <a:t>	&lt;input value="Reset Trip" type="button" onclick="resetTrip();"&gt;</a:t>
            </a:r>
            <a:endParaRPr lang="en-IN" altLang="en-US" sz="8000"/>
          </a:p>
          <a:p>
            <a:pPr marL="0" indent="0">
              <a:buNone/>
            </a:pPr>
            <a:r>
              <a:rPr lang="en-IN" altLang="en-US" sz="8000">
                <a:sym typeface="+mn-ea"/>
              </a:rPr>
              <a:t>	&lt;input value="Use Server" type="button" onclick="this.form.t_action.value = 'savetrip.php';"&gt;</a:t>
            </a:r>
            <a:endParaRPr lang="en-IN" altLang="en-US" sz="8000"/>
          </a:p>
          <a:p>
            <a:pPr marL="0" indent="0">
              <a:buNone/>
            </a:pPr>
            <a:r>
              <a:rPr lang="en-IN" altLang="en-US" sz="8000">
                <a:sym typeface="+mn-ea"/>
              </a:rPr>
              <a:t>	&lt;input type="submit" onclick="this.form.action = this.form.t_action.value='';"&gt;</a:t>
            </a:r>
            <a:endParaRPr lang="en-IN" altLang="en-US" sz="8000"/>
          </a:p>
          <a:p>
            <a:pPr marL="0" indent="0">
              <a:buNone/>
            </a:pPr>
            <a:r>
              <a:rPr lang="en-IN" altLang="en-US" sz="8000">
                <a:sym typeface="+mn-ea"/>
              </a:rPr>
              <a:t>&lt;/form&gt;</a:t>
            </a:r>
            <a:endParaRPr lang="en-IN" altLang="en-US" sz="8000"/>
          </a:p>
          <a:p>
            <a:pPr marL="0" indent="0">
              <a:buNone/>
            </a:pPr>
            <a:r>
              <a:rPr lang="en-IN" altLang="en-US" sz="8000">
                <a:sym typeface="+mn-ea"/>
              </a:rPr>
              <a:t>&lt;script&gt;</a:t>
            </a:r>
            <a:endParaRPr lang="en-IN" altLang="en-US" sz="8000"/>
          </a:p>
          <a:p>
            <a:pPr marL="0" indent="0">
              <a:buNone/>
            </a:pPr>
            <a:r>
              <a:rPr lang="en-IN" altLang="en-US" sz="8000">
                <a:sym typeface="+mn-ea"/>
              </a:rPr>
              <a:t>var ta = document.querySelector('textarea');</a:t>
            </a:r>
            <a:endParaRPr lang="en-IN" altLang="en-US" sz="8000"/>
          </a:p>
          <a:p>
            <a:pPr marL="0" indent="0">
              <a:buNone/>
            </a:pPr>
            <a:r>
              <a:rPr lang="en-IN" altLang="en-US" sz="8000">
                <a:sym typeface="+mn-ea"/>
              </a:rPr>
              <a:t>var lt = 0;</a:t>
            </a:r>
            <a:endParaRPr lang="en-IN" altLang="en-US" sz="8000"/>
          </a:p>
          <a:p>
            <a:pPr marL="0" indent="0">
              <a:buNone/>
            </a:pPr>
            <a:r>
              <a:rPr lang="en-IN" altLang="en-US" sz="8000">
                <a:sym typeface="+mn-ea"/>
              </a:rPr>
              <a:t>var ls = false;</a:t>
            </a:r>
            <a:endParaRPr lang="en-IN" altLang="en-US" sz="8000"/>
          </a:p>
          <a:p>
            <a:pPr marL="0" indent="0">
              <a:buNone/>
            </a:pPr>
            <a:r>
              <a:rPr lang="en-IN" altLang="en-US" sz="8000">
                <a:sym typeface="+mn-ea"/>
              </a:rPr>
              <a:t>var track = false;</a:t>
            </a:r>
            <a:endParaRPr lang="en-IN" altLang="en-US" sz="8000"/>
          </a:p>
          <a:p>
            <a:pPr marL="0" indent="0">
              <a:buNone/>
            </a:pPr>
            <a:r>
              <a:rPr lang="en-IN" altLang="en-US" sz="8000">
                <a:sym typeface="+mn-ea"/>
              </a:rPr>
              <a:t>(</a:t>
            </a:r>
            <a:endParaRPr lang="en-IN" altLang="en-US" sz="8000"/>
          </a:p>
          <a:p>
            <a:pPr marL="0" indent="0">
              <a:buNone/>
            </a:pPr>
            <a:endParaRPr lang="en-US" sz="8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3220" y="365125"/>
            <a:ext cx="11498580" cy="6202045"/>
          </a:xfrm>
        </p:spPr>
        <p:txBody>
          <a:bodyPr>
            <a:normAutofit fontScale="25000"/>
          </a:bodyPr>
          <a:p>
            <a:pPr marL="0" indent="0">
              <a:buNone/>
            </a:pPr>
            <a:r>
              <a:rPr lang="en-IN" altLang="en-US" sz="8000">
                <a:sym typeface="+mn-ea"/>
              </a:rPr>
              <a:t>function() {</a:t>
            </a:r>
            <a:endParaRPr lang="en-IN" altLang="en-US" sz="8000"/>
          </a:p>
          <a:p>
            <a:pPr marL="0" indent="0">
              <a:buNone/>
            </a:pPr>
            <a:r>
              <a:rPr lang="en-IN" altLang="en-US" sz="8000">
                <a:sym typeface="+mn-ea"/>
              </a:rPr>
              <a:t>	var tr = localStorage.getItem('trip');</a:t>
            </a:r>
            <a:endParaRPr lang="en-IN" altLang="en-US" sz="8000"/>
          </a:p>
          <a:p>
            <a:pPr marL="0" indent="0">
              <a:buNone/>
            </a:pPr>
            <a:r>
              <a:rPr lang="en-IN" altLang="en-US" sz="8000">
                <a:sym typeface="+mn-ea"/>
              </a:rPr>
              <a:t>	if (tr != '' &amp;&amp; tr != null) {</a:t>
            </a:r>
            <a:endParaRPr lang="en-IN" altLang="en-US" sz="8000"/>
          </a:p>
          <a:p>
            <a:pPr marL="0" indent="0">
              <a:buNone/>
            </a:pPr>
            <a:r>
              <a:rPr lang="en-IN" altLang="en-US" sz="8000">
                <a:sym typeface="+mn-ea"/>
              </a:rPr>
              <a:t>		ta.value = tr + '\n';</a:t>
            </a:r>
            <a:endParaRPr lang="en-IN" altLang="en-US" sz="8000"/>
          </a:p>
          <a:p>
            <a:pPr marL="0" indent="0">
              <a:buNone/>
            </a:pPr>
            <a:r>
              <a:rPr lang="en-IN" altLang="en-US" sz="8000">
                <a:sym typeface="+mn-ea"/>
              </a:rPr>
              <a:t>	}</a:t>
            </a:r>
            <a:endParaRPr lang="en-IN" altLang="en-US" sz="8000"/>
          </a:p>
          <a:p>
            <a:pPr marL="0" indent="0">
              <a:buNone/>
            </a:pPr>
            <a:r>
              <a:rPr lang="en-IN" altLang="en-US" sz="8000">
                <a:sym typeface="+mn-ea"/>
              </a:rPr>
              <a:t>})();</a:t>
            </a:r>
            <a:endParaRPr lang="en-IN" altLang="en-US" sz="8000"/>
          </a:p>
          <a:p>
            <a:pPr marL="0" indent="0">
              <a:buNone/>
            </a:pPr>
            <a:r>
              <a:rPr lang="en-IN" altLang="en-US" sz="8000">
                <a:sym typeface="+mn-ea"/>
              </a:rPr>
              <a:t>function addHeader() {</a:t>
            </a:r>
            <a:endParaRPr lang="en-IN" altLang="en-US" sz="8000"/>
          </a:p>
          <a:p>
            <a:pPr marL="0" indent="0">
              <a:buNone/>
            </a:pPr>
            <a:r>
              <a:rPr lang="en-IN" altLang="en-US" sz="8000">
                <a:sym typeface="+mn-ea"/>
              </a:rPr>
              <a:t>	ta.value += '-- tracking started: ' + (new Date().toString()) + '\n';</a:t>
            </a:r>
            <a:endParaRPr lang="en-IN" altLang="en-US" sz="8000"/>
          </a:p>
          <a:p>
            <a:pPr marL="0" indent="0">
              <a:buNone/>
            </a:pPr>
            <a:r>
              <a:rPr lang="en-IN" altLang="en-US" sz="8000">
                <a:sym typeface="+mn-ea"/>
              </a:rPr>
              <a:t>	ta.value += (new Date().getTime()) + ' // start\n';</a:t>
            </a:r>
            <a:endParaRPr lang="en-IN" altLang="en-US" sz="8000"/>
          </a:p>
          <a:p>
            <a:pPr marL="0" indent="0">
              <a:buNone/>
            </a:pPr>
            <a:r>
              <a:rPr lang="en-IN" altLang="en-US" sz="8000">
                <a:sym typeface="+mn-ea"/>
              </a:rPr>
              <a:t>	localStorage.setItem('trip', ta.value);</a:t>
            </a:r>
            <a:endParaRPr lang="en-IN" altLang="en-US" sz="8000"/>
          </a:p>
          <a:p>
            <a:pPr marL="0" indent="0">
              <a:buNone/>
            </a:pPr>
            <a:r>
              <a:rPr lang="en-IN" altLang="en-US" sz="8000">
                <a:sym typeface="+mn-ea"/>
              </a:rPr>
              <a:t>}</a:t>
            </a:r>
            <a:endParaRPr lang="en-IN" altLang="en-US" sz="8000"/>
          </a:p>
          <a:p>
            <a:pPr marL="0" indent="0">
              <a:buNone/>
            </a:pPr>
            <a:r>
              <a:rPr lang="en-IN" altLang="en-US" sz="8000">
                <a:sym typeface="+mn-ea"/>
              </a:rPr>
              <a:t>function resetTrip() {</a:t>
            </a:r>
            <a:endParaRPr lang="en-IN" altLang="en-US" sz="8000"/>
          </a:p>
          <a:p>
            <a:pPr marL="0" indent="0">
              <a:buNone/>
            </a:pPr>
            <a:r>
              <a:rPr lang="en-IN" altLang="en-US" sz="8000">
                <a:sym typeface="+mn-ea"/>
              </a:rPr>
              <a:t>	if (!confirm('Are you sure you want to clear your trip?'))</a:t>
            </a:r>
            <a:endParaRPr lang="en-IN" altLang="en-US" sz="8000"/>
          </a:p>
          <a:p>
            <a:pPr marL="0" indent="0">
              <a:buNone/>
            </a:pPr>
            <a:r>
              <a:rPr lang="en-IN" altLang="en-US" sz="8000">
                <a:sym typeface="+mn-ea"/>
              </a:rPr>
              <a:t>		return false;</a:t>
            </a:r>
            <a:endParaRPr lang="en-IN" altLang="en-US" sz="8000"/>
          </a:p>
          <a:p>
            <a:pPr marL="0" indent="0">
              <a:buNone/>
            </a:pPr>
            <a:r>
              <a:rPr lang="en-IN" altLang="en-US" sz="8000">
                <a:sym typeface="+mn-ea"/>
              </a:rPr>
              <a:t>	localStorage.setItem('trip', '');</a:t>
            </a:r>
            <a:endParaRPr lang="en-IN" altLang="en-US" sz="8000"/>
          </a:p>
          <a:p>
            <a:pPr marL="0" indent="0">
              <a:buNone/>
            </a:pPr>
            <a:r>
              <a:rPr lang="en-IN" altLang="en-US" sz="8000">
                <a:sym typeface="+mn-ea"/>
              </a:rPr>
              <a:t>	</a:t>
            </a:r>
            <a:endParaRPr lang="en-US" sz="8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33045" y="181610"/>
            <a:ext cx="11120755" cy="5995670"/>
          </a:xfrm>
        </p:spPr>
        <p:txBody>
          <a:bodyPr>
            <a:normAutofit fontScale="25000"/>
          </a:bodyPr>
          <a:p>
            <a:pPr marL="0" indent="0">
              <a:buNone/>
            </a:pPr>
            <a:r>
              <a:rPr lang="en-IN" altLang="en-US" sz="8000">
                <a:sym typeface="+mn-ea"/>
              </a:rPr>
              <a:t>ta.value = '';</a:t>
            </a:r>
            <a:endParaRPr lang="en-IN" altLang="en-US" sz="8000"/>
          </a:p>
          <a:p>
            <a:pPr marL="0" indent="0">
              <a:buNone/>
            </a:pPr>
            <a:r>
              <a:rPr lang="en-IN" altLang="en-US" sz="8000">
                <a:sym typeface="+mn-ea"/>
              </a:rPr>
              <a:t>	addHeader();</a:t>
            </a:r>
            <a:endParaRPr lang="en-IN" altLang="en-US" sz="8000"/>
          </a:p>
          <a:p>
            <a:pPr marL="0" indent="0">
              <a:buNone/>
            </a:pPr>
            <a:r>
              <a:rPr lang="en-IN" altLang="en-US" sz="8000">
                <a:sym typeface="+mn-ea"/>
              </a:rPr>
              <a:t>}</a:t>
            </a:r>
            <a:endParaRPr lang="en-IN" altLang="en-US" sz="8000"/>
          </a:p>
          <a:p>
            <a:pPr marL="0" indent="0">
              <a:buNone/>
            </a:pPr>
            <a:r>
              <a:rPr lang="en-IN" altLang="en-US" sz="8000">
                <a:sym typeface="+mn-ea"/>
              </a:rPr>
              <a:t>function startTracking() {</a:t>
            </a:r>
            <a:endParaRPr lang="en-IN" altLang="en-US" sz="8000"/>
          </a:p>
          <a:p>
            <a:pPr marL="0" indent="0">
              <a:buNone/>
            </a:pPr>
            <a:r>
              <a:rPr lang="en-IN" altLang="en-US" sz="8000">
                <a:sym typeface="+mn-ea"/>
              </a:rPr>
              <a:t>	track = true;</a:t>
            </a:r>
            <a:endParaRPr lang="en-IN" altLang="en-US" sz="8000"/>
          </a:p>
          <a:p>
            <a:pPr marL="0" indent="0">
              <a:buNone/>
            </a:pPr>
            <a:r>
              <a:rPr lang="en-IN" altLang="en-US" sz="8000">
                <a:sym typeface="+mn-ea"/>
              </a:rPr>
              <a:t>	addHeader();</a:t>
            </a:r>
            <a:endParaRPr lang="en-IN" altLang="en-US" sz="8000"/>
          </a:p>
          <a:p>
            <a:pPr marL="0" indent="0">
              <a:buNone/>
            </a:pPr>
            <a:r>
              <a:rPr lang="en-IN" altLang="en-US" sz="8000">
                <a:sym typeface="+mn-ea"/>
              </a:rPr>
              <a:t>	navigator.geolocation.watchPosition(</a:t>
            </a:r>
            <a:endParaRPr lang="en-IN" altLang="en-US" sz="8000"/>
          </a:p>
          <a:p>
            <a:pPr marL="0" indent="0">
              <a:buNone/>
            </a:pPr>
            <a:r>
              <a:rPr lang="en-IN" altLang="en-US" sz="8000">
                <a:sym typeface="+mn-ea"/>
              </a:rPr>
              <a:t>		function(position) {</a:t>
            </a:r>
            <a:endParaRPr lang="en-IN" altLang="en-US" sz="8000"/>
          </a:p>
          <a:p>
            <a:pPr marL="0" indent="0">
              <a:buNone/>
            </a:pPr>
            <a:r>
              <a:rPr lang="en-IN" altLang="en-US" sz="8000">
                <a:sym typeface="+mn-ea"/>
              </a:rPr>
              <a:t>			var now = new Date().getTime();</a:t>
            </a:r>
            <a:endParaRPr lang="en-IN" altLang="en-US" sz="8000"/>
          </a:p>
          <a:p>
            <a:pPr marL="0" indent="0">
              <a:buNone/>
            </a:pPr>
            <a:r>
              <a:rPr lang="en-IN" altLang="en-US" sz="8000">
                <a:sym typeface="+mn-ea"/>
              </a:rPr>
              <a:t>			if (ls != 1 || now - lt &gt; 10000) {</a:t>
            </a:r>
            <a:endParaRPr lang="en-IN" altLang="en-US" sz="8000"/>
          </a:p>
          <a:p>
            <a:pPr marL="0" indent="0">
              <a:buNone/>
            </a:pPr>
            <a:r>
              <a:rPr lang="en-IN" altLang="en-US" sz="8000">
                <a:sym typeface="+mn-ea"/>
              </a:rPr>
              <a:t>				ta.value += now + ' // ' + position.coords.latitude + ' // ' + position.coords.longitude + '\n';</a:t>
            </a:r>
            <a:endParaRPr lang="en-IN" altLang="en-US" sz="8000"/>
          </a:p>
          <a:p>
            <a:pPr marL="0" indent="0">
              <a:buNone/>
            </a:pPr>
            <a:r>
              <a:rPr lang="en-IN" altLang="en-US" sz="8000">
                <a:sym typeface="+mn-ea"/>
              </a:rPr>
              <a:t>				localStorage.setItem('trip', ta.value);</a:t>
            </a:r>
            <a:endParaRPr lang="en-IN" altLang="en-US" sz="8000"/>
          </a:p>
          <a:p>
            <a:pPr marL="0" indent="0">
              <a:buNone/>
            </a:pPr>
            <a:r>
              <a:rPr lang="en-IN" altLang="en-US" sz="8000">
                <a:sym typeface="+mn-ea"/>
              </a:rPr>
              <a:t>				lt = now;</a:t>
            </a:r>
            <a:endParaRPr lang="en-IN" altLang="en-US" sz="8000"/>
          </a:p>
          <a:p>
            <a:pPr marL="0" indent="0">
              <a:buNone/>
            </a:pPr>
            <a:r>
              <a:rPr lang="en-IN" altLang="en-US" sz="8000">
                <a:sym typeface="+mn-ea"/>
              </a:rPr>
              <a:t>				ls = 1;</a:t>
            </a:r>
            <a:endParaRPr lang="en-IN" altLang="en-US" sz="8000"/>
          </a:p>
          <a:p>
            <a:pPr marL="0" indent="0">
              <a:buNone/>
            </a:pPr>
            <a:r>
              <a:rPr lang="en-IN" altLang="en-US" sz="8000">
                <a:sym typeface="+mn-ea"/>
              </a:rPr>
              <a:t>			}</a:t>
            </a:r>
            <a:endParaRPr lang="en-IN" altLang="en-US" sz="8000"/>
          </a:p>
          <a:p>
            <a:pPr marL="0" indent="0">
              <a:buNone/>
            </a:pPr>
            <a:r>
              <a:rPr lang="en-IN" altLang="en-US" sz="8000">
                <a:sym typeface="+mn-ea"/>
              </a:rPr>
              <a:t>		},</a:t>
            </a:r>
            <a:endParaRPr lang="en-IN" altLang="en-US" sz="8000"/>
          </a:p>
          <a:p>
            <a:pPr marL="0" indent="0">
              <a:buNone/>
            </a:pPr>
            <a:r>
              <a:rPr lang="en-IN" altLang="en-US" sz="8000">
                <a:sym typeface="+mn-ea"/>
              </a:rPr>
              <a:t>		</a:t>
            </a:r>
            <a:endParaRPr lang="en-US" sz="8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24790"/>
            <a:ext cx="10515600" cy="5952490"/>
          </a:xfrm>
        </p:spPr>
        <p:txBody>
          <a:bodyPr>
            <a:noAutofit/>
          </a:bodyPr>
          <a:p>
            <a:pPr marL="0" indent="0">
              <a:buNone/>
            </a:pPr>
            <a:r>
              <a:rPr lang="en-IN" altLang="en-US" sz="2000">
                <a:sym typeface="+mn-ea"/>
              </a:rPr>
              <a:t>function() {</a:t>
            </a:r>
            <a:endParaRPr lang="en-IN" altLang="en-US" sz="2000"/>
          </a:p>
          <a:p>
            <a:pPr marL="0" indent="0">
              <a:buNone/>
            </a:pPr>
            <a:r>
              <a:rPr lang="en-IN" altLang="en-US" sz="2000">
                <a:sym typeface="+mn-ea"/>
              </a:rPr>
              <a:t>			var now = new Date().getTime();</a:t>
            </a:r>
            <a:endParaRPr lang="en-IN" altLang="en-US" sz="2000"/>
          </a:p>
          <a:p>
            <a:pPr marL="0" indent="0">
              <a:buNone/>
            </a:pPr>
            <a:r>
              <a:rPr lang="en-IN" altLang="en-US" sz="2000">
                <a:sym typeface="+mn-ea"/>
              </a:rPr>
              <a:t>			if (ls != 0 || now - lt &gt; 10000) {</a:t>
            </a:r>
            <a:endParaRPr lang="en-IN" altLang="en-US" sz="2000"/>
          </a:p>
          <a:p>
            <a:pPr marL="0" indent="0">
              <a:buNone/>
            </a:pPr>
            <a:r>
              <a:rPr lang="en-IN" altLang="en-US" sz="2000">
                <a:sym typeface="+mn-ea"/>
              </a:rPr>
              <a:t>				ta.value += now + ' // fail\n';</a:t>
            </a:r>
            <a:endParaRPr lang="en-IN" altLang="en-US" sz="2000"/>
          </a:p>
          <a:p>
            <a:pPr marL="0" indent="0">
              <a:buNone/>
            </a:pPr>
            <a:r>
              <a:rPr lang="en-IN" altLang="en-US" sz="2000">
                <a:sym typeface="+mn-ea"/>
              </a:rPr>
              <a:t>				localStorage.setItem('trip', ta.value);</a:t>
            </a:r>
            <a:endParaRPr lang="en-IN" altLang="en-US" sz="2000"/>
          </a:p>
          <a:p>
            <a:pPr marL="0" indent="0">
              <a:buNone/>
            </a:pPr>
            <a:r>
              <a:rPr lang="en-IN" altLang="en-US" sz="2000">
                <a:sym typeface="+mn-ea"/>
              </a:rPr>
              <a:t>				lt = now;</a:t>
            </a:r>
            <a:endParaRPr lang="en-IN" altLang="en-US" sz="2000"/>
          </a:p>
          <a:p>
            <a:pPr marL="0" indent="0">
              <a:buNone/>
            </a:pPr>
            <a:r>
              <a:rPr lang="en-IN" altLang="en-US" sz="2000">
                <a:sym typeface="+mn-ea"/>
              </a:rPr>
              <a:t>				ls = 0;</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			enableHighAccuracy: true,</a:t>
            </a:r>
            <a:endParaRPr lang="en-IN" altLang="en-US" sz="2000"/>
          </a:p>
          <a:p>
            <a:pPr marL="0" indent="0">
              <a:buNone/>
            </a:pPr>
            <a:r>
              <a:rPr lang="en-IN" altLang="en-US" sz="2000">
                <a:sym typeface="+mn-ea"/>
              </a:rPr>
              <a:t>			maximumAge: 60000,</a:t>
            </a:r>
            <a:endParaRPr lang="en-IN" altLang="en-US" sz="2000"/>
          </a:p>
          <a:p>
            <a:pPr marL="0" indent="0">
              <a:buNone/>
            </a:pPr>
            <a:r>
              <a:rPr lang="en-IN" altLang="en-US" sz="2000">
                <a:sym typeface="+mn-ea"/>
              </a:rPr>
              <a:t>			timeout: 15000</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	);}</a:t>
            </a:r>
            <a:endParaRPr lang="en-IN" altLang="en-US" sz="2000"/>
          </a:p>
          <a:p>
            <a:pPr marL="0" indent="0">
              <a:buNone/>
            </a:pPr>
            <a:r>
              <a:rPr lang="en-IN" altLang="en-US" sz="2000">
                <a:sym typeface="+mn-ea"/>
              </a:rPr>
              <a:t>&lt;/script&gt;</a:t>
            </a:r>
            <a:endParaRPr lang="en-IN" altLang="en-US" sz="2000"/>
          </a:p>
          <a:p>
            <a:pPr marL="0" indent="0">
              <a:buNone/>
            </a:pPr>
            <a:r>
              <a:rPr lang="en-IN" altLang="en-US" sz="2000">
                <a:sym typeface="+mn-ea"/>
              </a:rPr>
              <a:t>&lt;/body&gt;</a:t>
            </a:r>
            <a:endParaRPr lang="en-IN" altLang="en-US" sz="2000"/>
          </a:p>
          <a:p>
            <a:pPr marL="0" indent="0">
              <a:buNone/>
            </a:pPr>
            <a:endParaRPr lang="en-US" sz="2000"/>
          </a:p>
          <a:p>
            <a:pPr marL="0" indent="0">
              <a:buNone/>
            </a:pPr>
            <a:endParaRPr lang="en-US" sz="2000"/>
          </a:p>
          <a:p>
            <a:pPr marL="0" indent="0">
              <a:buNone/>
            </a:pPr>
            <a:endParaRPr lang="en-US" sz="2000"/>
          </a:p>
          <a:p>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4810" y="311785"/>
            <a:ext cx="11369040" cy="5865495"/>
          </a:xfrm>
        </p:spPr>
        <p:txBody>
          <a:bodyPr>
            <a:normAutofit fontScale="25000"/>
          </a:bodyPr>
          <a:p>
            <a:pPr marL="0" indent="0">
              <a:buNone/>
            </a:pPr>
            <a:r>
              <a:rPr lang="en-IN" altLang="en-US" sz="8000"/>
              <a:t>weight_measuring.html:</a:t>
            </a:r>
            <a:endParaRPr lang="en-IN" altLang="en-US" sz="8000"/>
          </a:p>
          <a:p>
            <a:pPr marL="0" indent="0">
              <a:buNone/>
            </a:pPr>
            <a:r>
              <a:rPr lang="en-IN" altLang="en-US" sz="8000"/>
              <a:t>&lt;!DOCTYPE html&gt;</a:t>
            </a:r>
            <a:endParaRPr lang="en-IN" altLang="en-US" sz="8000"/>
          </a:p>
          <a:p>
            <a:pPr marL="0" indent="0">
              <a:buNone/>
            </a:pPr>
            <a:r>
              <a:rPr lang="en-IN" altLang="en-US" sz="8000"/>
              <a:t>&lt;html lang="en"&gt;</a:t>
            </a:r>
            <a:endParaRPr lang="en-IN" altLang="en-US" sz="8000"/>
          </a:p>
          <a:p>
            <a:pPr marL="0" indent="0">
              <a:buNone/>
            </a:pPr>
            <a:r>
              <a:rPr lang="en-IN" altLang="en-US" sz="8000"/>
              <a:t>&lt;head&gt;</a:t>
            </a:r>
            <a:endParaRPr lang="en-IN" altLang="en-US" sz="8000"/>
          </a:p>
          <a:p>
            <a:pPr marL="0" indent="0">
              <a:buNone/>
            </a:pPr>
            <a:r>
              <a:rPr lang="en-IN" altLang="en-US" sz="8000"/>
              <a:t>    &lt;meta charset="UTF-8"&gt;</a:t>
            </a:r>
            <a:endParaRPr lang="en-IN" altLang="en-US" sz="8000"/>
          </a:p>
          <a:p>
            <a:pPr marL="0" indent="0">
              <a:buNone/>
            </a:pPr>
            <a:r>
              <a:rPr lang="en-IN" altLang="en-US" sz="8000"/>
              <a:t>    &lt;meta name="viewport" content="width=device-width, initial-scale=1.0"&gt;</a:t>
            </a:r>
            <a:endParaRPr lang="en-IN" altLang="en-US" sz="8000"/>
          </a:p>
          <a:p>
            <a:pPr marL="0" indent="0">
              <a:buNone/>
            </a:pPr>
            <a:r>
              <a:rPr lang="en-IN" altLang="en-US" sz="8000"/>
              <a:t>    &lt;title&gt;Bus Weight Monitoring&lt;/title&gt;</a:t>
            </a:r>
            <a:endParaRPr lang="en-IN" altLang="en-US" sz="8000"/>
          </a:p>
          <a:p>
            <a:pPr marL="0" indent="0">
              <a:buNone/>
            </a:pPr>
            <a:r>
              <a:rPr lang="en-IN" altLang="en-US" sz="8000"/>
              <a:t>    &lt;link rel="stylesheet" type="text/css" href="style.css"&gt;</a:t>
            </a:r>
            <a:endParaRPr lang="en-IN" altLang="en-US" sz="8000"/>
          </a:p>
          <a:p>
            <a:pPr marL="0" indent="0">
              <a:buNone/>
            </a:pPr>
            <a:r>
              <a:rPr lang="en-IN" altLang="en-US" sz="8000"/>
              <a:t>&lt;/head&gt;</a:t>
            </a:r>
            <a:endParaRPr lang="en-IN" altLang="en-US" sz="8000"/>
          </a:p>
          <a:p>
            <a:pPr marL="0" indent="0">
              <a:buNone/>
            </a:pPr>
            <a:r>
              <a:rPr lang="en-IN" altLang="en-US" sz="8000"/>
              <a:t>&lt;body&gt;</a:t>
            </a:r>
            <a:endParaRPr lang="en-IN" altLang="en-US" sz="8000"/>
          </a:p>
          <a:p>
            <a:pPr marL="0" indent="0">
              <a:buNone/>
            </a:pPr>
            <a:r>
              <a:rPr lang="en-IN" altLang="en-US" sz="8000"/>
              <a:t>    &lt;h1&gt;Bus Weight Monitoring&lt;/h1&gt;</a:t>
            </a:r>
            <a:endParaRPr lang="en-IN" altLang="en-US" sz="8000"/>
          </a:p>
          <a:p>
            <a:pPr marL="0" indent="0">
              <a:buNone/>
            </a:pPr>
            <a:r>
              <a:rPr lang="en-IN" altLang="en-US" sz="8000"/>
              <a:t>    &lt;div id="weight-display"&gt;</a:t>
            </a:r>
            <a:endParaRPr lang="en-IN" altLang="en-US" sz="8000"/>
          </a:p>
          <a:p>
            <a:pPr marL="0" indent="0">
              <a:buNone/>
            </a:pPr>
            <a:r>
              <a:rPr lang="en-IN" altLang="en-US" sz="8000"/>
              <a:t>        &lt;p&gt;Current Weight: &lt;span id="current-weight"&gt;0 kg&lt;/span&gt;&lt;/p&gt;</a:t>
            </a:r>
            <a:endParaRPr lang="en-IN" altLang="en-US" sz="8000"/>
          </a:p>
          <a:p>
            <a:pPr marL="0" indent="0">
              <a:buNone/>
            </a:pPr>
            <a:r>
              <a:rPr lang="en-IN" altLang="en-US" sz="8000"/>
              <a:t>    &lt;/div&gt;</a:t>
            </a:r>
            <a:endParaRPr lang="en-IN" altLang="en-US" sz="8000"/>
          </a:p>
          <a:p>
            <a:pPr marL="0" indent="0">
              <a:buNone/>
            </a:pPr>
            <a:endParaRPr lang="en-IN" altLang="en-US" sz="8000"/>
          </a:p>
          <a:p>
            <a:pPr marL="0" indent="0">
              <a:buNone/>
            </a:pPr>
            <a:r>
              <a:rPr lang="en-IN" altLang="en-US" sz="8000"/>
              <a:t>   </a:t>
            </a:r>
            <a:endParaRPr lang="en-IN" altLang="en-US" sz="8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57175"/>
            <a:ext cx="10515600" cy="5920105"/>
          </a:xfrm>
        </p:spPr>
        <p:txBody>
          <a:bodyPr>
            <a:normAutofit fontScale="25000"/>
          </a:bodyPr>
          <a:p>
            <a:pPr marL="0" indent="0">
              <a:buNone/>
            </a:pPr>
            <a:r>
              <a:rPr lang="en-IN" altLang="en-US" sz="8000">
                <a:sym typeface="+mn-ea"/>
              </a:rPr>
              <a:t> &lt;script&gt;</a:t>
            </a:r>
            <a:endParaRPr lang="en-IN" altLang="en-US" sz="8000"/>
          </a:p>
          <a:p>
            <a:pPr marL="0" indent="0">
              <a:buNone/>
            </a:pPr>
            <a:r>
              <a:rPr lang="en-IN" altLang="en-US" sz="8000">
                <a:sym typeface="+mn-ea"/>
              </a:rPr>
              <a:t>        // Simulated weight values (replace with actual sensor data)</a:t>
            </a:r>
            <a:endParaRPr lang="en-IN" altLang="en-US" sz="8000"/>
          </a:p>
          <a:p>
            <a:pPr marL="0" indent="0">
              <a:buNone/>
            </a:pPr>
            <a:r>
              <a:rPr lang="en-IN" altLang="en-US" sz="8000">
                <a:sym typeface="+mn-ea"/>
              </a:rPr>
              <a:t>        let currentWeight = 0;</a:t>
            </a:r>
            <a:endParaRPr lang="en-IN" altLang="en-US" sz="8000"/>
          </a:p>
          <a:p>
            <a:pPr marL="0" indent="0">
              <a:buNone/>
            </a:pPr>
            <a:r>
              <a:rPr lang="en-IN" altLang="en-US" sz="8000">
                <a:sym typeface="+mn-ea"/>
              </a:rPr>
              <a:t>        const maxWeight = 50; // Set the maximum allowable weight in kg</a:t>
            </a:r>
            <a:endParaRPr lang="en-IN" altLang="en-US" sz="8000"/>
          </a:p>
          <a:p>
            <a:pPr marL="0" indent="0">
              <a:buNone/>
            </a:pPr>
            <a:endParaRPr lang="en-IN" altLang="en-US" sz="8000"/>
          </a:p>
          <a:p>
            <a:pPr marL="0" indent="0">
              <a:buNone/>
            </a:pPr>
            <a:r>
              <a:rPr lang="en-IN" altLang="en-US" sz="8000">
                <a:sym typeface="+mn-ea"/>
              </a:rPr>
              <a:t>        // Function to update weight and check for alerts</a:t>
            </a:r>
            <a:endParaRPr lang="en-IN" altLang="en-US" sz="8000"/>
          </a:p>
          <a:p>
            <a:pPr marL="0" indent="0">
              <a:buNone/>
            </a:pPr>
            <a:r>
              <a:rPr lang="en-IN" altLang="en-US" sz="8000">
                <a:sym typeface="+mn-ea"/>
              </a:rPr>
              <a:t>        function updateWeight() {</a:t>
            </a:r>
            <a:endParaRPr lang="en-IN" altLang="en-US" sz="8000"/>
          </a:p>
          <a:p>
            <a:pPr marL="0" indent="0">
              <a:buNone/>
            </a:pPr>
            <a:r>
              <a:rPr lang="en-IN" altLang="en-US" sz="8000">
                <a:sym typeface="+mn-ea"/>
              </a:rPr>
              <a:t>            // Simulate weight changes (replace with actual sensor data)</a:t>
            </a:r>
            <a:endParaRPr lang="en-IN" altLang="en-US" sz="8000"/>
          </a:p>
          <a:p>
            <a:pPr marL="0" indent="0">
              <a:buNone/>
            </a:pPr>
            <a:r>
              <a:rPr lang="en-IN" altLang="en-US" sz="8000">
                <a:sym typeface="+mn-ea"/>
              </a:rPr>
              <a:t>            currentWeight += Math.random() * 10;</a:t>
            </a:r>
            <a:endParaRPr lang="en-IN" altLang="en-US" sz="8000"/>
          </a:p>
          <a:p>
            <a:pPr marL="0" indent="0">
              <a:buNone/>
            </a:pPr>
            <a:r>
              <a:rPr lang="en-IN" altLang="en-US" sz="8000">
                <a:sym typeface="+mn-ea"/>
              </a:rPr>
              <a:t>            </a:t>
            </a:r>
            <a:endParaRPr lang="en-IN" altLang="en-US" sz="8000"/>
          </a:p>
          <a:p>
            <a:pPr marL="0" indent="0">
              <a:buNone/>
            </a:pPr>
            <a:r>
              <a:rPr lang="en-IN" altLang="en-US" sz="8000">
                <a:sym typeface="+mn-ea"/>
              </a:rPr>
              <a:t>            // Update the displayed weight</a:t>
            </a:r>
            <a:endParaRPr lang="en-IN" altLang="en-US" sz="8000"/>
          </a:p>
          <a:p>
            <a:pPr marL="0" indent="0">
              <a:buNone/>
            </a:pPr>
            <a:r>
              <a:rPr lang="en-IN" altLang="en-US" sz="8000">
                <a:sym typeface="+mn-ea"/>
              </a:rPr>
              <a:t>            const weightDisplay = document.getElementById("current-weight");</a:t>
            </a:r>
            <a:endParaRPr lang="en-IN" altLang="en-US" sz="8000"/>
          </a:p>
          <a:p>
            <a:pPr marL="0" indent="0">
              <a:buNone/>
            </a:pPr>
            <a:r>
              <a:rPr lang="en-IN" altLang="en-US" sz="8000">
                <a:sym typeface="+mn-ea"/>
              </a:rPr>
              <a:t>            weightDisplay.textContent = currentWeight.toFixed(2) + " kg";</a:t>
            </a:r>
            <a:endParaRPr lang="en-IN" altLang="en-US" sz="8000"/>
          </a:p>
          <a:p>
            <a:pPr marL="0" indent="0">
              <a:buNone/>
            </a:pPr>
            <a:r>
              <a:rPr lang="en-IN" altLang="en-US" sz="8000">
                <a:sym typeface="+mn-ea"/>
              </a:rPr>
              <a:t>            </a:t>
            </a:r>
            <a:endParaRPr lang="en-IN" altLang="en-US" sz="8000"/>
          </a:p>
          <a:p>
            <a:endParaRPr lang="en-US" sz="8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86715"/>
            <a:ext cx="10515600" cy="5790565"/>
          </a:xfrm>
        </p:spPr>
        <p:txBody>
          <a:bodyPr>
            <a:normAutofit fontScale="65000"/>
          </a:bodyPr>
          <a:p>
            <a:pPr marL="0" indent="0">
              <a:buNone/>
            </a:pPr>
            <a:r>
              <a:rPr lang="en-IN" altLang="en-US">
                <a:sym typeface="+mn-ea"/>
              </a:rPr>
              <a:t>            // Check if the weight exceeds the maximum</a:t>
            </a:r>
            <a:endParaRPr lang="en-IN" altLang="en-US"/>
          </a:p>
          <a:p>
            <a:pPr marL="0" indent="0">
              <a:buNone/>
            </a:pPr>
            <a:r>
              <a:rPr lang="en-IN" altLang="en-US">
                <a:sym typeface="+mn-ea"/>
              </a:rPr>
              <a:t>            if (currentWeight &gt; maxWeight) {</a:t>
            </a:r>
            <a:endParaRPr lang="en-IN" altLang="en-US"/>
          </a:p>
          <a:p>
            <a:pPr marL="0" indent="0">
              <a:buNone/>
            </a:pPr>
            <a:r>
              <a:rPr lang="en-IN" altLang="en-US">
                <a:sym typeface="+mn-ea"/>
              </a:rPr>
              <a:t>                // Trigger an alert when the weight exceeds the maximum</a:t>
            </a:r>
            <a:endParaRPr lang="en-IN" altLang="en-US"/>
          </a:p>
          <a:p>
            <a:pPr marL="0" indent="0">
              <a:buNone/>
            </a:pPr>
            <a:r>
              <a:rPr lang="en-IN" altLang="en-US">
                <a:sym typeface="+mn-ea"/>
              </a:rPr>
              <a:t>                alert("Warning: Maximum weight exceeded!");</a:t>
            </a:r>
            <a:endParaRPr lang="en-IN" altLang="en-US"/>
          </a:p>
          <a:p>
            <a:pPr marL="0" indent="0">
              <a:buNone/>
            </a:pPr>
            <a:r>
              <a:rPr lang="en-IN" altLang="en-US">
                <a:sym typeface="+mn-ea"/>
              </a:rPr>
              <a:t>                // Play an alert sound</a:t>
            </a:r>
            <a:endParaRPr lang="en-IN" altLang="en-US"/>
          </a:p>
          <a:p>
            <a:pPr marL="0" indent="0">
              <a:buNone/>
            </a:pPr>
            <a:r>
              <a:rPr lang="en-IN" altLang="en-US">
                <a:sym typeface="+mn-ea"/>
              </a:rPr>
              <a:t>                const audio = new Audio('alert-sound.mp3'); // Replace with the path to your alert sound file</a:t>
            </a:r>
            <a:endParaRPr lang="en-IN" altLang="en-US"/>
          </a:p>
          <a:p>
            <a:pPr marL="0" indent="0">
              <a:buNone/>
            </a:pPr>
            <a:r>
              <a:rPr lang="en-IN" altLang="en-US">
                <a:sym typeface="+mn-ea"/>
              </a:rPr>
              <a:t>                audio.play();</a:t>
            </a:r>
            <a:endParaRPr lang="en-IN" altLang="en-US"/>
          </a:p>
          <a:p>
            <a:pPr marL="0" indent="0">
              <a:buNone/>
            </a:pPr>
            <a:r>
              <a:rPr lang="en-IN" altLang="en-US">
                <a:sym typeface="+mn-ea"/>
              </a:rPr>
              <a:t>            }</a:t>
            </a:r>
            <a:endParaRPr lang="en-IN" altLang="en-US"/>
          </a:p>
          <a:p>
            <a:pPr marL="0" indent="0">
              <a:buNone/>
            </a:pPr>
            <a:r>
              <a:rPr lang="en-IN" altLang="en-US">
                <a:sym typeface="+mn-ea"/>
              </a:rPr>
              <a:t>        }</a:t>
            </a:r>
            <a:endParaRPr lang="en-IN" altLang="en-US"/>
          </a:p>
          <a:p>
            <a:pPr marL="0" indent="0">
              <a:buNone/>
            </a:pPr>
            <a:endParaRPr lang="en-IN" altLang="en-US"/>
          </a:p>
          <a:p>
            <a:pPr marL="0" indent="0">
              <a:buNone/>
            </a:pPr>
            <a:r>
              <a:rPr lang="en-IN" altLang="en-US">
                <a:sym typeface="+mn-ea"/>
              </a:rPr>
              <a:t>        // Simulate weight updates every 5 seconds</a:t>
            </a:r>
            <a:endParaRPr lang="en-IN" altLang="en-US"/>
          </a:p>
          <a:p>
            <a:pPr marL="0" indent="0">
              <a:buNone/>
            </a:pPr>
            <a:r>
              <a:rPr lang="en-IN" altLang="en-US">
                <a:sym typeface="+mn-ea"/>
              </a:rPr>
              <a:t>        setInterval(updateWeight, 5000);</a:t>
            </a:r>
            <a:endParaRPr lang="en-IN" altLang="en-US"/>
          </a:p>
          <a:p>
            <a:pPr marL="0" indent="0">
              <a:buNone/>
            </a:pPr>
            <a:r>
              <a:rPr lang="en-IN" altLang="en-US">
                <a:sym typeface="+mn-ea"/>
              </a:rPr>
              <a:t>    &lt;/script&gt;</a:t>
            </a:r>
            <a:endParaRPr lang="en-IN" altLang="en-US"/>
          </a:p>
          <a:p>
            <a:pPr marL="0" indent="0">
              <a:buNone/>
            </a:pPr>
            <a:r>
              <a:rPr lang="en-IN" altLang="en-US">
                <a:sym typeface="+mn-ea"/>
              </a:rPr>
              <a:t>&lt;/body&gt;</a:t>
            </a:r>
            <a:endParaRPr lang="en-IN" altLang="en-US"/>
          </a:p>
          <a:p>
            <a:pPr marL="0" indent="0">
              <a:buNone/>
            </a:pPr>
            <a:r>
              <a:rPr lang="en-IN" altLang="en-US">
                <a:sym typeface="+mn-ea"/>
              </a:rPr>
              <a:t>&lt;/html&gt;</a:t>
            </a:r>
            <a:endParaRPr lang="en-IN" altLang="en-US"/>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73660"/>
            <a:ext cx="11354435" cy="6103620"/>
          </a:xfrm>
        </p:spPr>
        <p:txBody>
          <a:bodyPr/>
          <a:p>
            <a:pPr marL="0" indent="0">
              <a:buNone/>
            </a:pPr>
            <a:r>
              <a:rPr lang="en-IN" altLang="en-US" b="1"/>
              <a:t>OUTPUT</a:t>
            </a:r>
            <a:r>
              <a:rPr lang="en-IN" altLang="en-US"/>
              <a:t>:</a:t>
            </a:r>
            <a:endParaRPr lang="en-IN" altLang="en-US"/>
          </a:p>
          <a:p>
            <a:pPr marL="0" indent="0">
              <a:buNone/>
            </a:pPr>
            <a:endParaRPr lang="en-IN" altLang="en-US"/>
          </a:p>
          <a:p>
            <a:pPr marL="0" indent="0">
              <a:buNone/>
            </a:pPr>
            <a:endParaRPr lang="en-IN" altLang="en-US"/>
          </a:p>
        </p:txBody>
      </p:sp>
      <p:pic>
        <p:nvPicPr>
          <p:cNvPr id="4" name="Picture 3"/>
          <p:cNvPicPr>
            <a:picLocks noChangeAspect="1"/>
          </p:cNvPicPr>
          <p:nvPr/>
        </p:nvPicPr>
        <p:blipFill>
          <a:blip r:embed="rId1"/>
          <a:stretch>
            <a:fillRect/>
          </a:stretch>
        </p:blipFill>
        <p:spPr>
          <a:xfrm>
            <a:off x="1049655" y="596900"/>
            <a:ext cx="10534650" cy="59258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4185" y="181610"/>
            <a:ext cx="10601960" cy="6304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635" y="0"/>
            <a:ext cx="12191365" cy="67875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6510" y="0"/>
            <a:ext cx="12189460" cy="68573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3-10-26 101758"/>
          <p:cNvPicPr>
            <a:picLocks noChangeAspect="1"/>
          </p:cNvPicPr>
          <p:nvPr>
            <p:ph idx="1"/>
          </p:nvPr>
        </p:nvPicPr>
        <p:blipFill>
          <a:blip r:embed="rId1"/>
          <a:stretch>
            <a:fillRect/>
          </a:stretch>
        </p:blipFill>
        <p:spPr>
          <a:xfrm>
            <a:off x="411480" y="311150"/>
            <a:ext cx="10850245" cy="59848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51790" y="354330"/>
            <a:ext cx="11369675" cy="5822950"/>
          </a:xfrm>
        </p:spPr>
        <p:txBody>
          <a:bodyPr/>
          <a:p>
            <a:pPr marL="0" indent="0">
              <a:buNone/>
            </a:pPr>
            <a:r>
              <a:rPr lang="en-IN" altLang="en-US" b="1"/>
              <a:t>Conclusion:</a:t>
            </a:r>
            <a:endParaRPr lang="en-IN" altLang="en-US" b="1"/>
          </a:p>
          <a:p>
            <a:pPr>
              <a:buFont typeface="Arial" panose="020B0604020202020204" pitchFamily="34" charset="0"/>
              <a:buChar char="•"/>
            </a:pPr>
            <a:r>
              <a:rPr lang="en-IN" altLang="en-US" sz="2600"/>
              <a:t>Public transportation optimization using IoT is a promising field that can improve the passenger experience by offering real-time vehicle tracking, improved responses in the event of an unexpected event, and personalized travel information </a:t>
            </a:r>
            <a:endParaRPr lang="en-IN" altLang="en-US" sz="2600"/>
          </a:p>
          <a:p>
            <a:pPr>
              <a:buFont typeface="Arial" panose="020B0604020202020204" pitchFamily="34" charset="0"/>
              <a:buChar char="•"/>
            </a:pPr>
            <a:r>
              <a:rPr lang="en-IN" altLang="en-US" sz="2600"/>
              <a:t>A proposed system aims to provide better bus management that is capable of bus tracking, route scheduling, E-ticketing via IoT, eventually making commuter’s journey peaceful, saving paper through digitalization</a:t>
            </a:r>
            <a:endParaRPr lang="en-IN" altLang="en-US" sz="2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6263</Words>
  <Application>WPS Presentation</Application>
  <PresentationFormat>Widescreen</PresentationFormat>
  <Paragraphs>208</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RISHEKA V</dc:creator>
  <cp:lastModifiedBy>rishe</cp:lastModifiedBy>
  <cp:revision>3</cp:revision>
  <dcterms:created xsi:type="dcterms:W3CDTF">2023-10-23T09:59:00Z</dcterms:created>
  <dcterms:modified xsi:type="dcterms:W3CDTF">2023-10-26T04:53:53Z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48E474CF42D746A48D1A54F1BD763D16_12</vt:lpwstr>
  </property>
  <property fmtid="{D5CDD505-2E9C-101B-9397-08002B2CF9AE}" pid="3" name="KSOProductBuildVer">
    <vt:lpwstr>1033-12.2.0.13266</vt:lpwstr>
  </property>
</Properties>
</file>